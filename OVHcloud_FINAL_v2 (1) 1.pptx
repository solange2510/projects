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9" r:id="rId10"/>
    <p:sldId id="270" r:id="rId11"/>
    <p:sldId id="266" r:id="rId12"/>
    <p:sldId id="265" r:id="rId13"/>
    <p:sldId id="261" r:id="rId14"/>
    <p:sldId id="267" r:id="rId15"/>
    <p:sldId id="262" r:id="rId16"/>
    <p:sldId id="263" r:id="rId17"/>
    <p:sldId id="264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B3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5E309-7087-24E5-6D2C-337D14FE3014}" v="309" dt="2026-03-17T10:20:06.224"/>
    <p1510:client id="{520EFC69-66F3-2E36-877B-968A86C268E7}" v="1" dt="2026-03-17T10:35:32.243"/>
    <p1510:client id="{5DB302B9-0181-FD5C-0A29-5D6B2CFA1E52}" v="71" dt="2026-03-17T10:34:07.902"/>
    <p1510:client id="{DFE21DB0-7021-4F02-BD35-E90659901AA2}" v="888" dt="2026-03-17T10:54:38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lange Dominique EYAGA NDEME" userId="S::solange-dominique.eyaga-ndeme@efrei.net::e0ccd940-8bee-4045-bd45-45e3b4fca734" providerId="AD" clId="Web-{520EFC69-66F3-2E36-877B-968A86C268E7}"/>
    <pc:docChg chg="modSld">
      <pc:chgData name="Solange Dominique EYAGA NDEME" userId="S::solange-dominique.eyaga-ndeme@efrei.net::e0ccd940-8bee-4045-bd45-45e3b4fca734" providerId="AD" clId="Web-{520EFC69-66F3-2E36-877B-968A86C268E7}" dt="2026-03-17T10:35:32.243" v="0" actId="20577"/>
      <pc:docMkLst>
        <pc:docMk/>
      </pc:docMkLst>
      <pc:sldChg chg="modSp">
        <pc:chgData name="Solange Dominique EYAGA NDEME" userId="S::solange-dominique.eyaga-ndeme@efrei.net::e0ccd940-8bee-4045-bd45-45e3b4fca734" providerId="AD" clId="Web-{520EFC69-66F3-2E36-877B-968A86C268E7}" dt="2026-03-17T10:35:32.243" v="0" actId="20577"/>
        <pc:sldMkLst>
          <pc:docMk/>
          <pc:sldMk cId="0" sldId="264"/>
        </pc:sldMkLst>
        <pc:spChg chg="mod">
          <ac:chgData name="Solange Dominique EYAGA NDEME" userId="S::solange-dominique.eyaga-ndeme@efrei.net::e0ccd940-8bee-4045-bd45-45e3b4fca734" providerId="AD" clId="Web-{520EFC69-66F3-2E36-877B-968A86C268E7}" dt="2026-03-17T10:35:32.243" v="0" actId="20577"/>
          <ac:spMkLst>
            <pc:docMk/>
            <pc:sldMk cId="0" sldId="264"/>
            <ac:spMk id="38" creationId="{00000000-0000-0000-0000-000000000000}"/>
          </ac:spMkLst>
        </pc:spChg>
      </pc:sldChg>
    </pc:docChg>
  </pc:docChgLst>
  <pc:docChgLst>
    <pc:chgData name="Hugo DISSEZ" userId="S::hugo.dissez@efrei.net::a79bc973-1e9b-4f04-a51c-11fe7c699fc6" providerId="AD" clId="Web-{5DB302B9-0181-FD5C-0A29-5D6B2CFA1E52}"/>
    <pc:docChg chg="modSld">
      <pc:chgData name="Hugo DISSEZ" userId="S::hugo.dissez@efrei.net::a79bc973-1e9b-4f04-a51c-11fe7c699fc6" providerId="AD" clId="Web-{5DB302B9-0181-FD5C-0A29-5D6B2CFA1E52}" dt="2026-03-17T10:34:07.683" v="69"/>
      <pc:docMkLst>
        <pc:docMk/>
      </pc:docMkLst>
      <pc:sldChg chg="addSp delSp modSp">
        <pc:chgData name="Hugo DISSEZ" userId="S::hugo.dissez@efrei.net::a79bc973-1e9b-4f04-a51c-11fe7c699fc6" providerId="AD" clId="Web-{5DB302B9-0181-FD5C-0A29-5D6B2CFA1E52}" dt="2026-03-17T10:34:07.683" v="69"/>
        <pc:sldMkLst>
          <pc:docMk/>
          <pc:sldMk cId="0" sldId="262"/>
        </pc:sldMkLst>
        <pc:spChg chg="mod">
          <ac:chgData name="Hugo DISSEZ" userId="S::hugo.dissez@efrei.net::a79bc973-1e9b-4f04-a51c-11fe7c699fc6" providerId="AD" clId="Web-{5DB302B9-0181-FD5C-0A29-5D6B2CFA1E52}" dt="2026-03-17T10:34:07.683" v="69"/>
          <ac:spMkLst>
            <pc:docMk/>
            <pc:sldMk cId="0" sldId="262"/>
            <ac:spMk id="6" creationId="{00000000-0000-0000-0000-000000000000}"/>
          </ac:spMkLst>
        </pc:spChg>
        <pc:spChg chg="mod">
          <ac:chgData name="Hugo DISSEZ" userId="S::hugo.dissez@efrei.net::a79bc973-1e9b-4f04-a51c-11fe7c699fc6" providerId="AD" clId="Web-{5DB302B9-0181-FD5C-0A29-5D6B2CFA1E52}" dt="2026-03-17T10:33:47.902" v="6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9"/>
          <ac:spMkLst>
            <pc:docMk/>
            <pc:sldMk cId="0" sldId="262"/>
            <ac:spMk id="12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7"/>
          <ac:spMkLst>
            <pc:docMk/>
            <pc:sldMk cId="0" sldId="262"/>
            <ac:spMk id="14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6"/>
          <ac:spMkLst>
            <pc:docMk/>
            <pc:sldMk cId="0" sldId="262"/>
            <ac:spMk id="15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5"/>
          <ac:spMkLst>
            <pc:docMk/>
            <pc:sldMk cId="0" sldId="262"/>
            <ac:spMk id="16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4"/>
          <ac:spMkLst>
            <pc:docMk/>
            <pc:sldMk cId="0" sldId="262"/>
            <ac:spMk id="17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3"/>
          <ac:spMkLst>
            <pc:docMk/>
            <pc:sldMk cId="0" sldId="262"/>
            <ac:spMk id="18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2"/>
          <ac:spMkLst>
            <pc:docMk/>
            <pc:sldMk cId="0" sldId="262"/>
            <ac:spMk id="19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1"/>
          <ac:spMkLst>
            <pc:docMk/>
            <pc:sldMk cId="0" sldId="262"/>
            <ac:spMk id="2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8.105" v="60"/>
          <ac:spMkLst>
            <pc:docMk/>
            <pc:sldMk cId="0" sldId="262"/>
            <ac:spMk id="21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50"/>
          <ac:spMkLst>
            <pc:docMk/>
            <pc:sldMk cId="0" sldId="262"/>
            <ac:spMk id="22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9"/>
          <ac:spMkLst>
            <pc:docMk/>
            <pc:sldMk cId="0" sldId="262"/>
            <ac:spMk id="2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7"/>
          <ac:spMkLst>
            <pc:docMk/>
            <pc:sldMk cId="0" sldId="262"/>
            <ac:spMk id="25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6"/>
          <ac:spMkLst>
            <pc:docMk/>
            <pc:sldMk cId="0" sldId="262"/>
            <ac:spMk id="26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5"/>
          <ac:spMkLst>
            <pc:docMk/>
            <pc:sldMk cId="0" sldId="262"/>
            <ac:spMk id="27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4"/>
          <ac:spMkLst>
            <pc:docMk/>
            <pc:sldMk cId="0" sldId="262"/>
            <ac:spMk id="28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71" v="43"/>
          <ac:spMkLst>
            <pc:docMk/>
            <pc:sldMk cId="0" sldId="262"/>
            <ac:spMk id="29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42"/>
          <ac:spMkLst>
            <pc:docMk/>
            <pc:sldMk cId="0" sldId="262"/>
            <ac:spMk id="3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41"/>
          <ac:spMkLst>
            <pc:docMk/>
            <pc:sldMk cId="0" sldId="262"/>
            <ac:spMk id="31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40"/>
          <ac:spMkLst>
            <pc:docMk/>
            <pc:sldMk cId="0" sldId="262"/>
            <ac:spMk id="32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9"/>
          <ac:spMkLst>
            <pc:docMk/>
            <pc:sldMk cId="0" sldId="262"/>
            <ac:spMk id="3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7"/>
          <ac:spMkLst>
            <pc:docMk/>
            <pc:sldMk cId="0" sldId="262"/>
            <ac:spMk id="35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6"/>
          <ac:spMkLst>
            <pc:docMk/>
            <pc:sldMk cId="0" sldId="262"/>
            <ac:spMk id="36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5"/>
          <ac:spMkLst>
            <pc:docMk/>
            <pc:sldMk cId="0" sldId="262"/>
            <ac:spMk id="37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4"/>
          <ac:spMkLst>
            <pc:docMk/>
            <pc:sldMk cId="0" sldId="262"/>
            <ac:spMk id="38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3"/>
          <ac:spMkLst>
            <pc:docMk/>
            <pc:sldMk cId="0" sldId="262"/>
            <ac:spMk id="39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2"/>
          <ac:spMkLst>
            <pc:docMk/>
            <pc:sldMk cId="0" sldId="262"/>
            <ac:spMk id="4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1"/>
          <ac:spMkLst>
            <pc:docMk/>
            <pc:sldMk cId="0" sldId="262"/>
            <ac:spMk id="41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0"/>
          <ac:spMkLst>
            <pc:docMk/>
            <pc:sldMk cId="0" sldId="262"/>
            <ac:spMk id="42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9"/>
          <ac:spMkLst>
            <pc:docMk/>
            <pc:sldMk cId="0" sldId="262"/>
            <ac:spMk id="4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7"/>
          <ac:spMkLst>
            <pc:docMk/>
            <pc:sldMk cId="0" sldId="262"/>
            <ac:spMk id="45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6"/>
          <ac:spMkLst>
            <pc:docMk/>
            <pc:sldMk cId="0" sldId="262"/>
            <ac:spMk id="46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5"/>
          <ac:spMkLst>
            <pc:docMk/>
            <pc:sldMk cId="0" sldId="262"/>
            <ac:spMk id="47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4"/>
          <ac:spMkLst>
            <pc:docMk/>
            <pc:sldMk cId="0" sldId="262"/>
            <ac:spMk id="48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3"/>
          <ac:spMkLst>
            <pc:docMk/>
            <pc:sldMk cId="0" sldId="262"/>
            <ac:spMk id="49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2"/>
          <ac:spMkLst>
            <pc:docMk/>
            <pc:sldMk cId="0" sldId="262"/>
            <ac:spMk id="5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1"/>
          <ac:spMkLst>
            <pc:docMk/>
            <pc:sldMk cId="0" sldId="262"/>
            <ac:spMk id="51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20"/>
          <ac:spMkLst>
            <pc:docMk/>
            <pc:sldMk cId="0" sldId="262"/>
            <ac:spMk id="52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9"/>
          <ac:spMkLst>
            <pc:docMk/>
            <pc:sldMk cId="0" sldId="262"/>
            <ac:spMk id="5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8"/>
          <ac:spMkLst>
            <pc:docMk/>
            <pc:sldMk cId="0" sldId="262"/>
            <ac:spMk id="54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7"/>
          <ac:spMkLst>
            <pc:docMk/>
            <pc:sldMk cId="0" sldId="262"/>
            <ac:spMk id="55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6"/>
          <ac:spMkLst>
            <pc:docMk/>
            <pc:sldMk cId="0" sldId="262"/>
            <ac:spMk id="56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5"/>
          <ac:spMkLst>
            <pc:docMk/>
            <pc:sldMk cId="0" sldId="262"/>
            <ac:spMk id="57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4"/>
          <ac:spMkLst>
            <pc:docMk/>
            <pc:sldMk cId="0" sldId="262"/>
            <ac:spMk id="58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3"/>
          <ac:spMkLst>
            <pc:docMk/>
            <pc:sldMk cId="0" sldId="262"/>
            <ac:spMk id="59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2"/>
          <ac:spMkLst>
            <pc:docMk/>
            <pc:sldMk cId="0" sldId="262"/>
            <ac:spMk id="6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1"/>
          <ac:spMkLst>
            <pc:docMk/>
            <pc:sldMk cId="0" sldId="262"/>
            <ac:spMk id="61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10"/>
          <ac:spMkLst>
            <pc:docMk/>
            <pc:sldMk cId="0" sldId="262"/>
            <ac:spMk id="62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9"/>
          <ac:spMkLst>
            <pc:docMk/>
            <pc:sldMk cId="0" sldId="262"/>
            <ac:spMk id="6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8"/>
          <ac:spMkLst>
            <pc:docMk/>
            <pc:sldMk cId="0" sldId="262"/>
            <ac:spMk id="64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7"/>
          <ac:spMkLst>
            <pc:docMk/>
            <pc:sldMk cId="0" sldId="262"/>
            <ac:spMk id="65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6"/>
          <ac:spMkLst>
            <pc:docMk/>
            <pc:sldMk cId="0" sldId="262"/>
            <ac:spMk id="66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5"/>
          <ac:spMkLst>
            <pc:docMk/>
            <pc:sldMk cId="0" sldId="262"/>
            <ac:spMk id="68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4"/>
          <ac:spMkLst>
            <pc:docMk/>
            <pc:sldMk cId="0" sldId="262"/>
            <ac:spMk id="69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55" v="3"/>
          <ac:spMkLst>
            <pc:docMk/>
            <pc:sldMk cId="0" sldId="262"/>
            <ac:spMk id="70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39" v="2"/>
          <ac:spMkLst>
            <pc:docMk/>
            <pc:sldMk cId="0" sldId="262"/>
            <ac:spMk id="71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39" v="1"/>
          <ac:spMkLst>
            <pc:docMk/>
            <pc:sldMk cId="0" sldId="262"/>
            <ac:spMk id="73" creationId="{00000000-0000-0000-0000-000000000000}"/>
          </ac:spMkLst>
        </pc:spChg>
        <pc:spChg chg="del">
          <ac:chgData name="Hugo DISSEZ" userId="S::hugo.dissez@efrei.net::a79bc973-1e9b-4f04-a51c-11fe7c699fc6" providerId="AD" clId="Web-{5DB302B9-0181-FD5C-0A29-5D6B2CFA1E52}" dt="2026-03-17T10:33:05.839" v="0"/>
          <ac:spMkLst>
            <pc:docMk/>
            <pc:sldMk cId="0" sldId="262"/>
            <ac:spMk id="77" creationId="{00000000-0000-0000-0000-000000000000}"/>
          </ac:spMkLst>
        </pc:spChg>
        <pc:picChg chg="add mod">
          <ac:chgData name="Hugo DISSEZ" userId="S::hugo.dissez@efrei.net::a79bc973-1e9b-4f04-a51c-11fe7c699fc6" providerId="AD" clId="Web-{5DB302B9-0181-FD5C-0A29-5D6B2CFA1E52}" dt="2026-03-17T10:33:35.308" v="67" actId="1076"/>
          <ac:picMkLst>
            <pc:docMk/>
            <pc:sldMk cId="0" sldId="262"/>
            <ac:picMk id="67" creationId="{C6F45852-6CAB-D3FE-66A3-5909CB560ABB}"/>
          </ac:picMkLst>
        </pc:picChg>
      </pc:sldChg>
    </pc:docChg>
  </pc:docChgLst>
  <pc:docChgLst>
    <pc:chgData name="Alex FAMECHON" userId="38afeec6-0d3e-4c0f-9f8c-4688d26da850" providerId="ADAL" clId="{C0A8078E-5C94-4558-95DA-2BE1DD063B3F}"/>
    <pc:docChg chg="undo custSel mod addSld modSld sldOrd">
      <pc:chgData name="Alex FAMECHON" userId="38afeec6-0d3e-4c0f-9f8c-4688d26da850" providerId="ADAL" clId="{C0A8078E-5C94-4558-95DA-2BE1DD063B3F}" dt="2026-03-17T10:54:38.733" v="1004"/>
      <pc:docMkLst>
        <pc:docMk/>
      </pc:docMkLst>
      <pc:sldChg chg="modSp mod">
        <pc:chgData name="Alex FAMECHON" userId="38afeec6-0d3e-4c0f-9f8c-4688d26da850" providerId="ADAL" clId="{C0A8078E-5C94-4558-95DA-2BE1DD063B3F}" dt="2026-03-17T10:43:17.355" v="809" actId="20577"/>
        <pc:sldMkLst>
          <pc:docMk/>
          <pc:sldMk cId="0" sldId="256"/>
        </pc:sldMkLst>
        <pc:spChg chg="mod">
          <ac:chgData name="Alex FAMECHON" userId="38afeec6-0d3e-4c0f-9f8c-4688d26da850" providerId="ADAL" clId="{C0A8078E-5C94-4558-95DA-2BE1DD063B3F}" dt="2026-03-17T10:43:17.355" v="809" actId="20577"/>
          <ac:spMkLst>
            <pc:docMk/>
            <pc:sldMk cId="0" sldId="256"/>
            <ac:spMk id="38" creationId="{00000000-0000-0000-0000-000000000000}"/>
          </ac:spMkLst>
        </pc:spChg>
      </pc:sldChg>
      <pc:sldChg chg="addSp delSp modSp mod">
        <pc:chgData name="Alex FAMECHON" userId="38afeec6-0d3e-4c0f-9f8c-4688d26da850" providerId="ADAL" clId="{C0A8078E-5C94-4558-95DA-2BE1DD063B3F}" dt="2026-03-17T10:54:38.733" v="1004"/>
        <pc:sldMkLst>
          <pc:docMk/>
          <pc:sldMk cId="0" sldId="257"/>
        </pc:sldMkLst>
        <pc:spChg chg="mod">
          <ac:chgData name="Alex FAMECHON" userId="38afeec6-0d3e-4c0f-9f8c-4688d26da850" providerId="ADAL" clId="{C0A8078E-5C94-4558-95DA-2BE1DD063B3F}" dt="2026-03-17T10:45:05.288" v="817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10:46:10.756" v="825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10:45:11.381" v="818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10:44:58.296" v="812" actId="1076"/>
          <ac:spMkLst>
            <pc:docMk/>
            <pc:sldMk cId="0" sldId="257"/>
            <ac:spMk id="7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4:51.784" v="81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29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17.445" v="826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17.445" v="826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17.445" v="826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17.445" v="826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1.366" v="827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10:46:24.891" v="828" actId="478"/>
          <ac:spMkLst>
            <pc:docMk/>
            <pc:sldMk cId="0" sldId="257"/>
            <ac:spMk id="44" creationId="{5AE09184-1719-7EEC-7606-6DB773914979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45" creationId="{CCAFAE9D-D260-E93D-CC75-F40FEFFEF3BE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46" creationId="{3809357F-1D34-12D8-BE45-9B2C4F7E4B8C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47" creationId="{E8FBEA9F-B428-9EB8-164C-1D60011B51CD}"/>
          </ac:spMkLst>
        </pc:spChg>
        <pc:spChg chg="add mod">
          <ac:chgData name="Alex FAMECHON" userId="38afeec6-0d3e-4c0f-9f8c-4688d26da850" providerId="ADAL" clId="{C0A8078E-5C94-4558-95DA-2BE1DD063B3F}" dt="2026-03-17T10:47:42.575" v="856" actId="1076"/>
          <ac:spMkLst>
            <pc:docMk/>
            <pc:sldMk cId="0" sldId="257"/>
            <ac:spMk id="48" creationId="{676D09C4-F468-AC87-E33B-0DB57DE15C58}"/>
          </ac:spMkLst>
        </pc:spChg>
        <pc:spChg chg="add mod">
          <ac:chgData name="Alex FAMECHON" userId="38afeec6-0d3e-4c0f-9f8c-4688d26da850" providerId="ADAL" clId="{C0A8078E-5C94-4558-95DA-2BE1DD063B3F}" dt="2026-03-17T10:47:36.681" v="854" actId="1076"/>
          <ac:spMkLst>
            <pc:docMk/>
            <pc:sldMk cId="0" sldId="257"/>
            <ac:spMk id="49" creationId="{60737042-3B98-3588-F0F9-768D0F062B0D}"/>
          </ac:spMkLst>
        </pc:spChg>
        <pc:spChg chg="add mod">
          <ac:chgData name="Alex FAMECHON" userId="38afeec6-0d3e-4c0f-9f8c-4688d26da850" providerId="ADAL" clId="{C0A8078E-5C94-4558-95DA-2BE1DD063B3F}" dt="2026-03-17T10:47:36.681" v="854" actId="1076"/>
          <ac:spMkLst>
            <pc:docMk/>
            <pc:sldMk cId="0" sldId="257"/>
            <ac:spMk id="50" creationId="{A2A6E767-1CD6-1630-49D5-84F88CFFBCC0}"/>
          </ac:spMkLst>
        </pc:spChg>
        <pc:spChg chg="add mod">
          <ac:chgData name="Alex FAMECHON" userId="38afeec6-0d3e-4c0f-9f8c-4688d26da850" providerId="ADAL" clId="{C0A8078E-5C94-4558-95DA-2BE1DD063B3F}" dt="2026-03-17T10:47:36.681" v="854" actId="1076"/>
          <ac:spMkLst>
            <pc:docMk/>
            <pc:sldMk cId="0" sldId="257"/>
            <ac:spMk id="51" creationId="{CD9F542B-29CF-E0C5-B26E-1BD15C93A816}"/>
          </ac:spMkLst>
        </pc:spChg>
        <pc:spChg chg="add mod">
          <ac:chgData name="Alex FAMECHON" userId="38afeec6-0d3e-4c0f-9f8c-4688d26da850" providerId="ADAL" clId="{C0A8078E-5C94-4558-95DA-2BE1DD063B3F}" dt="2026-03-17T10:47:36.681" v="854" actId="1076"/>
          <ac:spMkLst>
            <pc:docMk/>
            <pc:sldMk cId="0" sldId="257"/>
            <ac:spMk id="52" creationId="{1E8ABE1C-4EE2-7B99-F109-BA5192E54361}"/>
          </ac:spMkLst>
        </pc:spChg>
        <pc:spChg chg="add mod">
          <ac:chgData name="Alex FAMECHON" userId="38afeec6-0d3e-4c0f-9f8c-4688d26da850" providerId="ADAL" clId="{C0A8078E-5C94-4558-95DA-2BE1DD063B3F}" dt="2026-03-17T10:47:36.362" v="853" actId="1076"/>
          <ac:spMkLst>
            <pc:docMk/>
            <pc:sldMk cId="0" sldId="257"/>
            <ac:spMk id="53" creationId="{EFB968BF-4F8A-12C7-3142-F4738ACA41A6}"/>
          </ac:spMkLst>
        </pc:spChg>
        <pc:spChg chg="add mod">
          <ac:chgData name="Alex FAMECHON" userId="38afeec6-0d3e-4c0f-9f8c-4688d26da850" providerId="ADAL" clId="{C0A8078E-5C94-4558-95DA-2BE1DD063B3F}" dt="2026-03-17T10:47:36.362" v="853" actId="1076"/>
          <ac:spMkLst>
            <pc:docMk/>
            <pc:sldMk cId="0" sldId="257"/>
            <ac:spMk id="54" creationId="{8E52A187-43D3-BDD8-1C49-D867C8D4D8D1}"/>
          </ac:spMkLst>
        </pc:spChg>
        <pc:spChg chg="add mod">
          <ac:chgData name="Alex FAMECHON" userId="38afeec6-0d3e-4c0f-9f8c-4688d26da850" providerId="ADAL" clId="{C0A8078E-5C94-4558-95DA-2BE1DD063B3F}" dt="2026-03-17T10:47:36.362" v="853" actId="1076"/>
          <ac:spMkLst>
            <pc:docMk/>
            <pc:sldMk cId="0" sldId="257"/>
            <ac:spMk id="55" creationId="{570D406A-F21B-3A94-738A-593FF3B4A738}"/>
          </ac:spMkLst>
        </pc:spChg>
        <pc:spChg chg="add mod">
          <ac:chgData name="Alex FAMECHON" userId="38afeec6-0d3e-4c0f-9f8c-4688d26da850" providerId="ADAL" clId="{C0A8078E-5C94-4558-95DA-2BE1DD063B3F}" dt="2026-03-17T10:47:36.362" v="853" actId="1076"/>
          <ac:spMkLst>
            <pc:docMk/>
            <pc:sldMk cId="0" sldId="257"/>
            <ac:spMk id="56" creationId="{B5FEB844-D29C-157E-6233-FF2B274005A2}"/>
          </ac:spMkLst>
        </pc:spChg>
        <pc:spChg chg="add mod">
          <ac:chgData name="Alex FAMECHON" userId="38afeec6-0d3e-4c0f-9f8c-4688d26da850" providerId="ADAL" clId="{C0A8078E-5C94-4558-95DA-2BE1DD063B3F}" dt="2026-03-17T10:47:15.596" v="843" actId="1076"/>
          <ac:spMkLst>
            <pc:docMk/>
            <pc:sldMk cId="0" sldId="257"/>
            <ac:spMk id="57" creationId="{4AE138B9-224F-3815-D89C-9132F90261AB}"/>
          </ac:spMkLst>
        </pc:spChg>
        <pc:spChg chg="add mod">
          <ac:chgData name="Alex FAMECHON" userId="38afeec6-0d3e-4c0f-9f8c-4688d26da850" providerId="ADAL" clId="{C0A8078E-5C94-4558-95DA-2BE1DD063B3F}" dt="2026-03-17T10:47:15.596" v="843" actId="1076"/>
          <ac:spMkLst>
            <pc:docMk/>
            <pc:sldMk cId="0" sldId="257"/>
            <ac:spMk id="58" creationId="{80814B51-DBC2-06EC-3AF1-39617105D34B}"/>
          </ac:spMkLst>
        </pc:spChg>
        <pc:spChg chg="add mod">
          <ac:chgData name="Alex FAMECHON" userId="38afeec6-0d3e-4c0f-9f8c-4688d26da850" providerId="ADAL" clId="{C0A8078E-5C94-4558-95DA-2BE1DD063B3F}" dt="2026-03-17T10:47:15.596" v="843" actId="1076"/>
          <ac:spMkLst>
            <pc:docMk/>
            <pc:sldMk cId="0" sldId="257"/>
            <ac:spMk id="59" creationId="{B148703C-CE47-F12B-8936-16042BFD4E0F}"/>
          </ac:spMkLst>
        </pc:spChg>
        <pc:spChg chg="add mod">
          <ac:chgData name="Alex FAMECHON" userId="38afeec6-0d3e-4c0f-9f8c-4688d26da850" providerId="ADAL" clId="{C0A8078E-5C94-4558-95DA-2BE1DD063B3F}" dt="2026-03-17T10:47:15.596" v="843" actId="1076"/>
          <ac:spMkLst>
            <pc:docMk/>
            <pc:sldMk cId="0" sldId="257"/>
            <ac:spMk id="60" creationId="{81EA6E44-6217-AF93-E9C7-45514EA440BE}"/>
          </ac:spMkLst>
        </pc:spChg>
        <pc:spChg chg="add mod">
          <ac:chgData name="Alex FAMECHON" userId="38afeec6-0d3e-4c0f-9f8c-4688d26da850" providerId="ADAL" clId="{C0A8078E-5C94-4558-95DA-2BE1DD063B3F}" dt="2026-03-17T10:47:35.603" v="849" actId="1076"/>
          <ac:spMkLst>
            <pc:docMk/>
            <pc:sldMk cId="0" sldId="257"/>
            <ac:spMk id="61" creationId="{D2EB52C8-4190-4E64-4DFE-757B171A2EA1}"/>
          </ac:spMkLst>
        </pc:spChg>
        <pc:spChg chg="add mod">
          <ac:chgData name="Alex FAMECHON" userId="38afeec6-0d3e-4c0f-9f8c-4688d26da850" providerId="ADAL" clId="{C0A8078E-5C94-4558-95DA-2BE1DD063B3F}" dt="2026-03-17T10:47:35.603" v="849" actId="1076"/>
          <ac:spMkLst>
            <pc:docMk/>
            <pc:sldMk cId="0" sldId="257"/>
            <ac:spMk id="62" creationId="{E21E951A-A218-71B6-C8C5-390C39F51DD2}"/>
          </ac:spMkLst>
        </pc:spChg>
        <pc:spChg chg="add mod">
          <ac:chgData name="Alex FAMECHON" userId="38afeec6-0d3e-4c0f-9f8c-4688d26da850" providerId="ADAL" clId="{C0A8078E-5C94-4558-95DA-2BE1DD063B3F}" dt="2026-03-17T10:47:35.603" v="849" actId="1076"/>
          <ac:spMkLst>
            <pc:docMk/>
            <pc:sldMk cId="0" sldId="257"/>
            <ac:spMk id="63" creationId="{4BF2975B-8B7D-4029-3133-B957C40E9C37}"/>
          </ac:spMkLst>
        </pc:spChg>
        <pc:spChg chg="add mod">
          <ac:chgData name="Alex FAMECHON" userId="38afeec6-0d3e-4c0f-9f8c-4688d26da850" providerId="ADAL" clId="{C0A8078E-5C94-4558-95DA-2BE1DD063B3F}" dt="2026-03-17T10:47:35.603" v="849" actId="1076"/>
          <ac:spMkLst>
            <pc:docMk/>
            <pc:sldMk cId="0" sldId="257"/>
            <ac:spMk id="64" creationId="{89BA8BF1-21ED-5B3F-69E1-E03BFC3B7B80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65" creationId="{7FA24F26-21EA-7B2E-79CA-636603040DCA}"/>
          </ac:spMkLst>
        </pc:spChg>
        <pc:spChg chg="add mod">
          <ac:chgData name="Alex FAMECHON" userId="38afeec6-0d3e-4c0f-9f8c-4688d26da850" providerId="ADAL" clId="{C0A8078E-5C94-4558-95DA-2BE1DD063B3F}" dt="2026-03-17T10:47:49.294" v="858" actId="1076"/>
          <ac:spMkLst>
            <pc:docMk/>
            <pc:sldMk cId="0" sldId="257"/>
            <ac:spMk id="66" creationId="{D3618E44-6055-D339-0EA0-1B4D1E74863F}"/>
          </ac:spMkLst>
        </pc:spChg>
        <pc:spChg chg="add mod">
          <ac:chgData name="Alex FAMECHON" userId="38afeec6-0d3e-4c0f-9f8c-4688d26da850" providerId="ADAL" clId="{C0A8078E-5C94-4558-95DA-2BE1DD063B3F}" dt="2026-03-17T10:47:49.294" v="858" actId="1076"/>
          <ac:spMkLst>
            <pc:docMk/>
            <pc:sldMk cId="0" sldId="257"/>
            <ac:spMk id="67" creationId="{1B0F2337-8492-F53E-61D9-0EDA294C470E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68" creationId="{6FC4789D-53ED-3B79-0B4A-57C486506F2D}"/>
          </ac:spMkLst>
        </pc:spChg>
        <pc:spChg chg="add mod">
          <ac:chgData name="Alex FAMECHON" userId="38afeec6-0d3e-4c0f-9f8c-4688d26da850" providerId="ADAL" clId="{C0A8078E-5C94-4558-95DA-2BE1DD063B3F}" dt="2026-03-17T10:47:59.673" v="860" actId="1076"/>
          <ac:spMkLst>
            <pc:docMk/>
            <pc:sldMk cId="0" sldId="257"/>
            <ac:spMk id="69" creationId="{06AA8D4D-6AAE-039E-6FA1-92A41D68C926}"/>
          </ac:spMkLst>
        </pc:spChg>
        <pc:spChg chg="add mod">
          <ac:chgData name="Alex FAMECHON" userId="38afeec6-0d3e-4c0f-9f8c-4688d26da850" providerId="ADAL" clId="{C0A8078E-5C94-4558-95DA-2BE1DD063B3F}" dt="2026-03-17T10:47:59.673" v="860" actId="1076"/>
          <ac:spMkLst>
            <pc:docMk/>
            <pc:sldMk cId="0" sldId="257"/>
            <ac:spMk id="70" creationId="{99C0878C-8030-1831-8FCF-F6DE2A9B06A2}"/>
          </ac:spMkLst>
        </pc:spChg>
        <pc:spChg chg="add mod">
          <ac:chgData name="Alex FAMECHON" userId="38afeec6-0d3e-4c0f-9f8c-4688d26da850" providerId="ADAL" clId="{C0A8078E-5C94-4558-95DA-2BE1DD063B3F}" dt="2026-03-17T10:47:59.673" v="860" actId="1076"/>
          <ac:spMkLst>
            <pc:docMk/>
            <pc:sldMk cId="0" sldId="257"/>
            <ac:spMk id="71" creationId="{5B71143F-A7FA-72BB-D820-13CF40674B57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72" creationId="{02B276E9-541F-C137-27E0-1C3445FEBF38}"/>
          </ac:spMkLst>
        </pc:spChg>
        <pc:spChg chg="add mod">
          <ac:chgData name="Alex FAMECHON" userId="38afeec6-0d3e-4c0f-9f8c-4688d26da850" providerId="ADAL" clId="{C0A8078E-5C94-4558-95DA-2BE1DD063B3F}" dt="2026-03-17T10:48:07.420" v="862" actId="1076"/>
          <ac:spMkLst>
            <pc:docMk/>
            <pc:sldMk cId="0" sldId="257"/>
            <ac:spMk id="73" creationId="{6272D473-9DD6-1FBC-C928-84602BCBBF13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74" creationId="{3B7D19CE-1D9C-F0B2-8109-D07FAD5A71BF}"/>
          </ac:spMkLst>
        </pc:spChg>
        <pc:spChg chg="add mod">
          <ac:chgData name="Alex FAMECHON" userId="38afeec6-0d3e-4c0f-9f8c-4688d26da850" providerId="ADAL" clId="{C0A8078E-5C94-4558-95DA-2BE1DD063B3F}" dt="2026-03-17T10:48:07.420" v="862" actId="1076"/>
          <ac:spMkLst>
            <pc:docMk/>
            <pc:sldMk cId="0" sldId="257"/>
            <ac:spMk id="75" creationId="{2AFD7801-1788-E830-148F-6E998252E3F5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76" creationId="{96FD1BC0-EF37-4791-9401-87513051979F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77" creationId="{EF65A60A-FCA2-AE29-ADBB-588282881A36}"/>
          </ac:spMkLst>
        </pc:spChg>
        <pc:spChg chg="add mod">
          <ac:chgData name="Alex FAMECHON" userId="38afeec6-0d3e-4c0f-9f8c-4688d26da850" providerId="ADAL" clId="{C0A8078E-5C94-4558-95DA-2BE1DD063B3F}" dt="2026-03-17T10:48:15.126" v="864" actId="1076"/>
          <ac:spMkLst>
            <pc:docMk/>
            <pc:sldMk cId="0" sldId="257"/>
            <ac:spMk id="78" creationId="{18838888-3834-F566-FFBE-6E72521DB203}"/>
          </ac:spMkLst>
        </pc:spChg>
        <pc:spChg chg="add mod">
          <ac:chgData name="Alex FAMECHON" userId="38afeec6-0d3e-4c0f-9f8c-4688d26da850" providerId="ADAL" clId="{C0A8078E-5C94-4558-95DA-2BE1DD063B3F}" dt="2026-03-17T10:48:15.126" v="864" actId="1076"/>
          <ac:spMkLst>
            <pc:docMk/>
            <pc:sldMk cId="0" sldId="257"/>
            <ac:spMk id="79" creationId="{A5CF858C-6939-55EF-A101-B1337F8922FE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80" creationId="{AD363333-1B5C-012B-21FA-3ED29F3DD225}"/>
          </ac:spMkLst>
        </pc:spChg>
        <pc:spChg chg="add mod">
          <ac:chgData name="Alex FAMECHON" userId="38afeec6-0d3e-4c0f-9f8c-4688d26da850" providerId="ADAL" clId="{C0A8078E-5C94-4558-95DA-2BE1DD063B3F}" dt="2026-03-17T10:48:29.869" v="866" actId="1076"/>
          <ac:spMkLst>
            <pc:docMk/>
            <pc:sldMk cId="0" sldId="257"/>
            <ac:spMk id="81" creationId="{00762DFC-2060-B451-E4DC-F3D00F125952}"/>
          </ac:spMkLst>
        </pc:spChg>
        <pc:spChg chg="add mod">
          <ac:chgData name="Alex FAMECHON" userId="38afeec6-0d3e-4c0f-9f8c-4688d26da850" providerId="ADAL" clId="{C0A8078E-5C94-4558-95DA-2BE1DD063B3F}" dt="2026-03-17T10:48:29.869" v="866" actId="1076"/>
          <ac:spMkLst>
            <pc:docMk/>
            <pc:sldMk cId="0" sldId="257"/>
            <ac:spMk id="82" creationId="{08F30B1A-8C78-CEB8-7BFC-06410B5750C2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83" creationId="{88F1524B-9782-6ECC-86B2-9EC9E3CE5C9F}"/>
          </ac:spMkLst>
        </pc:spChg>
        <pc:spChg chg="add mod">
          <ac:chgData name="Alex FAMECHON" userId="38afeec6-0d3e-4c0f-9f8c-4688d26da850" providerId="ADAL" clId="{C0A8078E-5C94-4558-95DA-2BE1DD063B3F}" dt="2026-03-17T10:48:29.869" v="866" actId="1076"/>
          <ac:spMkLst>
            <pc:docMk/>
            <pc:sldMk cId="0" sldId="257"/>
            <ac:spMk id="84" creationId="{46B4A858-B2E3-CC9C-E31D-C9754A15FF1F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85" creationId="{DE2DF108-44B4-6158-8765-4F258FF66EDC}"/>
          </ac:spMkLst>
        </pc:spChg>
        <pc:spChg chg="add mod">
          <ac:chgData name="Alex FAMECHON" userId="38afeec6-0d3e-4c0f-9f8c-4688d26da850" providerId="ADAL" clId="{C0A8078E-5C94-4558-95DA-2BE1DD063B3F}" dt="2026-03-17T10:48:34.354" v="868" actId="1076"/>
          <ac:spMkLst>
            <pc:docMk/>
            <pc:sldMk cId="0" sldId="257"/>
            <ac:spMk id="86" creationId="{7C50E0F7-4791-671D-A973-EC655B676743}"/>
          </ac:spMkLst>
        </pc:spChg>
        <pc:spChg chg="add mod">
          <ac:chgData name="Alex FAMECHON" userId="38afeec6-0d3e-4c0f-9f8c-4688d26da850" providerId="ADAL" clId="{C0A8078E-5C94-4558-95DA-2BE1DD063B3F}" dt="2026-03-17T10:48:34.354" v="868" actId="1076"/>
          <ac:spMkLst>
            <pc:docMk/>
            <pc:sldMk cId="0" sldId="257"/>
            <ac:spMk id="87" creationId="{ED63AD42-02F7-4E6D-20AA-DE640A9DD501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88" creationId="{4F621B68-29FF-80A5-5751-3C2F7E72F6B2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89" creationId="{3B5F64B5-E8FA-5151-5EB9-25E04F1D7CF3}"/>
          </ac:spMkLst>
        </pc:spChg>
        <pc:spChg chg="add mod">
          <ac:chgData name="Alex FAMECHON" userId="38afeec6-0d3e-4c0f-9f8c-4688d26da850" providerId="ADAL" clId="{C0A8078E-5C94-4558-95DA-2BE1DD063B3F}" dt="2026-03-17T10:48:39.331" v="870" actId="1076"/>
          <ac:spMkLst>
            <pc:docMk/>
            <pc:sldMk cId="0" sldId="257"/>
            <ac:spMk id="90" creationId="{CB4958C4-3A57-918B-D22B-76E7288410CA}"/>
          </ac:spMkLst>
        </pc:spChg>
        <pc:spChg chg="add mod">
          <ac:chgData name="Alex FAMECHON" userId="38afeec6-0d3e-4c0f-9f8c-4688d26da850" providerId="ADAL" clId="{C0A8078E-5C94-4558-95DA-2BE1DD063B3F}" dt="2026-03-17T10:48:39.331" v="870" actId="1076"/>
          <ac:spMkLst>
            <pc:docMk/>
            <pc:sldMk cId="0" sldId="257"/>
            <ac:spMk id="91" creationId="{6E24BCBB-06B8-F76E-A55B-D29DAE7B1CC5}"/>
          </ac:spMkLst>
        </pc:spChg>
        <pc:spChg chg="add mod">
          <ac:chgData name="Alex FAMECHON" userId="38afeec6-0d3e-4c0f-9f8c-4688d26da850" providerId="ADAL" clId="{C0A8078E-5C94-4558-95DA-2BE1DD063B3F}" dt="2026-03-17T10:48:39.331" v="870" actId="1076"/>
          <ac:spMkLst>
            <pc:docMk/>
            <pc:sldMk cId="0" sldId="257"/>
            <ac:spMk id="92" creationId="{0EFC6536-3872-6B80-23B9-27B2F4740476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93" creationId="{E08F202E-3531-F610-F1F6-13A2E1A4F0C1}"/>
          </ac:spMkLst>
        </pc:spChg>
        <pc:spChg chg="add mod">
          <ac:chgData name="Alex FAMECHON" userId="38afeec6-0d3e-4c0f-9f8c-4688d26da850" providerId="ADAL" clId="{C0A8078E-5C94-4558-95DA-2BE1DD063B3F}" dt="2026-03-17T10:48:51.492" v="874" actId="1076"/>
          <ac:spMkLst>
            <pc:docMk/>
            <pc:sldMk cId="0" sldId="257"/>
            <ac:spMk id="94" creationId="{0EE17AAE-C514-BBFA-6A7F-5F01C8D3586F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95" creationId="{CE3BE0A1-94E5-7C22-CEB1-B946579A392A}"/>
          </ac:spMkLst>
        </pc:spChg>
        <pc:spChg chg="add del mod">
          <ac:chgData name="Alex FAMECHON" userId="38afeec6-0d3e-4c0f-9f8c-4688d26da850" providerId="ADAL" clId="{C0A8078E-5C94-4558-95DA-2BE1DD063B3F}" dt="2026-03-17T10:49:31.440" v="880" actId="478"/>
          <ac:spMkLst>
            <pc:docMk/>
            <pc:sldMk cId="0" sldId="257"/>
            <ac:spMk id="96" creationId="{8E7F4B41-2A29-EBD5-297B-0D179D37606C}"/>
          </ac:spMkLst>
        </pc:spChg>
        <pc:spChg chg="add mod">
          <ac:chgData name="Alex FAMECHON" userId="38afeec6-0d3e-4c0f-9f8c-4688d26da850" providerId="ADAL" clId="{C0A8078E-5C94-4558-95DA-2BE1DD063B3F}" dt="2026-03-17T10:49:02.032" v="876" actId="1076"/>
          <ac:spMkLst>
            <pc:docMk/>
            <pc:sldMk cId="0" sldId="257"/>
            <ac:spMk id="97" creationId="{25124F68-82FA-1673-80A3-C6F59653356C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98" creationId="{6B34F228-3AA1-EFC4-699F-F084DA088576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99" creationId="{08F9F271-4821-8D0E-9EA7-F1C3F205F21F}"/>
          </ac:spMkLst>
        </pc:spChg>
        <pc:spChg chg="add del mod">
          <ac:chgData name="Alex FAMECHON" userId="38afeec6-0d3e-4c0f-9f8c-4688d26da850" providerId="ADAL" clId="{C0A8078E-5C94-4558-95DA-2BE1DD063B3F}" dt="2026-03-17T10:49:33.968" v="881" actId="478"/>
          <ac:spMkLst>
            <pc:docMk/>
            <pc:sldMk cId="0" sldId="257"/>
            <ac:spMk id="100" creationId="{21C50316-86BE-A1CA-E019-D0E9CDA2CAA4}"/>
          </ac:spMkLst>
        </pc:spChg>
        <pc:spChg chg="add del mod">
          <ac:chgData name="Alex FAMECHON" userId="38afeec6-0d3e-4c0f-9f8c-4688d26da850" providerId="ADAL" clId="{C0A8078E-5C94-4558-95DA-2BE1DD063B3F}" dt="2026-03-17T10:49:22.173" v="879" actId="478"/>
          <ac:spMkLst>
            <pc:docMk/>
            <pc:sldMk cId="0" sldId="257"/>
            <ac:spMk id="101" creationId="{814FE37E-5756-D8B1-E6B0-B76B09177E71}"/>
          </ac:spMkLst>
        </pc:spChg>
        <pc:spChg chg="add del mod">
          <ac:chgData name="Alex FAMECHON" userId="38afeec6-0d3e-4c0f-9f8c-4688d26da850" providerId="ADAL" clId="{C0A8078E-5C94-4558-95DA-2BE1DD063B3F}" dt="2026-03-17T10:49:22.173" v="879" actId="478"/>
          <ac:spMkLst>
            <pc:docMk/>
            <pc:sldMk cId="0" sldId="257"/>
            <ac:spMk id="102" creationId="{E6924ABB-6071-9554-9AC1-13C2B6DDD5F0}"/>
          </ac:spMkLst>
        </pc:spChg>
        <pc:spChg chg="add del mod">
          <ac:chgData name="Alex FAMECHON" userId="38afeec6-0d3e-4c0f-9f8c-4688d26da850" providerId="ADAL" clId="{C0A8078E-5C94-4558-95DA-2BE1DD063B3F}" dt="2026-03-17T10:49:22.173" v="879" actId="478"/>
          <ac:spMkLst>
            <pc:docMk/>
            <pc:sldMk cId="0" sldId="257"/>
            <ac:spMk id="103" creationId="{0D18C63C-5DCF-601B-4776-E70F463DAD2C}"/>
          </ac:spMkLst>
        </pc:spChg>
        <pc:spChg chg="add del mod">
          <ac:chgData name="Alex FAMECHON" userId="38afeec6-0d3e-4c0f-9f8c-4688d26da850" providerId="ADAL" clId="{C0A8078E-5C94-4558-95DA-2BE1DD063B3F}" dt="2026-03-17T10:49:22.173" v="879" actId="478"/>
          <ac:spMkLst>
            <pc:docMk/>
            <pc:sldMk cId="0" sldId="257"/>
            <ac:spMk id="104" creationId="{CB3BC539-5C39-7DBF-4466-F5F438D18B9C}"/>
          </ac:spMkLst>
        </pc:spChg>
        <pc:spChg chg="add mod">
          <ac:chgData name="Alex FAMECHON" userId="38afeec6-0d3e-4c0f-9f8c-4688d26da850" providerId="ADAL" clId="{C0A8078E-5C94-4558-95DA-2BE1DD063B3F}" dt="2026-03-17T10:49:39.350" v="883" actId="1076"/>
          <ac:spMkLst>
            <pc:docMk/>
            <pc:sldMk cId="0" sldId="257"/>
            <ac:spMk id="105" creationId="{D67782D0-FDD3-F016-1E4C-1A264AC9B0BA}"/>
          </ac:spMkLst>
        </pc:spChg>
        <pc:spChg chg="add mod">
          <ac:chgData name="Alex FAMECHON" userId="38afeec6-0d3e-4c0f-9f8c-4688d26da850" providerId="ADAL" clId="{C0A8078E-5C94-4558-95DA-2BE1DD063B3F}" dt="2026-03-17T10:49:39.350" v="883" actId="1076"/>
          <ac:spMkLst>
            <pc:docMk/>
            <pc:sldMk cId="0" sldId="257"/>
            <ac:spMk id="106" creationId="{1F83D0B8-10D7-7AF8-4BF9-E3F900E48CA8}"/>
          </ac:spMkLst>
        </pc:spChg>
        <pc:spChg chg="add mod">
          <ac:chgData name="Alex FAMECHON" userId="38afeec6-0d3e-4c0f-9f8c-4688d26da850" providerId="ADAL" clId="{C0A8078E-5C94-4558-95DA-2BE1DD063B3F}" dt="2026-03-17T10:49:39.350" v="883" actId="1076"/>
          <ac:spMkLst>
            <pc:docMk/>
            <pc:sldMk cId="0" sldId="257"/>
            <ac:spMk id="107" creationId="{4692FB44-6AB8-E6AF-2BEA-5B44DD795461}"/>
          </ac:spMkLst>
        </pc:spChg>
        <pc:spChg chg="add mod">
          <ac:chgData name="Alex FAMECHON" userId="38afeec6-0d3e-4c0f-9f8c-4688d26da850" providerId="ADAL" clId="{C0A8078E-5C94-4558-95DA-2BE1DD063B3F}" dt="2026-03-17T10:49:39.350" v="883" actId="1076"/>
          <ac:spMkLst>
            <pc:docMk/>
            <pc:sldMk cId="0" sldId="257"/>
            <ac:spMk id="108" creationId="{D3277F3C-B2CE-9133-DE61-428F7C6B81E3}"/>
          </ac:spMkLst>
        </pc:spChg>
        <pc:spChg chg="add mod">
          <ac:chgData name="Alex FAMECHON" userId="38afeec6-0d3e-4c0f-9f8c-4688d26da850" providerId="ADAL" clId="{C0A8078E-5C94-4558-95DA-2BE1DD063B3F}" dt="2026-03-17T10:49:44.240" v="885" actId="1076"/>
          <ac:spMkLst>
            <pc:docMk/>
            <pc:sldMk cId="0" sldId="257"/>
            <ac:spMk id="109" creationId="{135ACA20-9767-E356-E9AA-AD26656FCC58}"/>
          </ac:spMkLst>
        </pc:spChg>
        <pc:spChg chg="add mod">
          <ac:chgData name="Alex FAMECHON" userId="38afeec6-0d3e-4c0f-9f8c-4688d26da850" providerId="ADAL" clId="{C0A8078E-5C94-4558-95DA-2BE1DD063B3F}" dt="2026-03-17T10:50:54.060" v="900" actId="1076"/>
          <ac:spMkLst>
            <pc:docMk/>
            <pc:sldMk cId="0" sldId="257"/>
            <ac:spMk id="110" creationId="{5F14109F-F7D9-2A0C-6E75-21D476078A87}"/>
          </ac:spMkLst>
        </pc:spChg>
        <pc:spChg chg="add mod">
          <ac:chgData name="Alex FAMECHON" userId="38afeec6-0d3e-4c0f-9f8c-4688d26da850" providerId="ADAL" clId="{C0A8078E-5C94-4558-95DA-2BE1DD063B3F}" dt="2026-03-17T10:49:44.240" v="885" actId="1076"/>
          <ac:spMkLst>
            <pc:docMk/>
            <pc:sldMk cId="0" sldId="257"/>
            <ac:spMk id="111" creationId="{CEC5FEE3-3A13-C8F3-91A2-F8728396E25E}"/>
          </ac:spMkLst>
        </pc:spChg>
        <pc:spChg chg="add mod">
          <ac:chgData name="Alex FAMECHON" userId="38afeec6-0d3e-4c0f-9f8c-4688d26da850" providerId="ADAL" clId="{C0A8078E-5C94-4558-95DA-2BE1DD063B3F}" dt="2026-03-17T10:53:57.354" v="937"/>
          <ac:spMkLst>
            <pc:docMk/>
            <pc:sldMk cId="0" sldId="257"/>
            <ac:spMk id="112" creationId="{F24E9E8A-BC9E-7085-8A01-44733A89E6F6}"/>
          </ac:spMkLst>
        </pc:spChg>
        <pc:spChg chg="add mod">
          <ac:chgData name="Alex FAMECHON" userId="38afeec6-0d3e-4c0f-9f8c-4688d26da850" providerId="ADAL" clId="{C0A8078E-5C94-4558-95DA-2BE1DD063B3F}" dt="2026-03-17T10:49:49.442" v="887" actId="1076"/>
          <ac:spMkLst>
            <pc:docMk/>
            <pc:sldMk cId="0" sldId="257"/>
            <ac:spMk id="113" creationId="{89D635C6-AF29-2E39-8464-133BEE507B18}"/>
          </ac:spMkLst>
        </pc:spChg>
        <pc:spChg chg="add mod">
          <ac:chgData name="Alex FAMECHON" userId="38afeec6-0d3e-4c0f-9f8c-4688d26da850" providerId="ADAL" clId="{C0A8078E-5C94-4558-95DA-2BE1DD063B3F}" dt="2026-03-17T10:50:57.650" v="901" actId="1076"/>
          <ac:spMkLst>
            <pc:docMk/>
            <pc:sldMk cId="0" sldId="257"/>
            <ac:spMk id="114" creationId="{240B6C63-F833-5F4B-926B-869F6AF700CA}"/>
          </ac:spMkLst>
        </pc:spChg>
        <pc:spChg chg="add mod">
          <ac:chgData name="Alex FAMECHON" userId="38afeec6-0d3e-4c0f-9f8c-4688d26da850" providerId="ADAL" clId="{C0A8078E-5C94-4558-95DA-2BE1DD063B3F}" dt="2026-03-17T10:49:49.442" v="887" actId="1076"/>
          <ac:spMkLst>
            <pc:docMk/>
            <pc:sldMk cId="0" sldId="257"/>
            <ac:spMk id="115" creationId="{038EA4AF-5F7B-E2D0-425E-100F4AEB1214}"/>
          </ac:spMkLst>
        </pc:spChg>
        <pc:spChg chg="add mod">
          <ac:chgData name="Alex FAMECHON" userId="38afeec6-0d3e-4c0f-9f8c-4688d26da850" providerId="ADAL" clId="{C0A8078E-5C94-4558-95DA-2BE1DD063B3F}" dt="2026-03-17T10:54:13.432" v="959"/>
          <ac:spMkLst>
            <pc:docMk/>
            <pc:sldMk cId="0" sldId="257"/>
            <ac:spMk id="116" creationId="{C65CE6BA-F424-2BF2-B9C0-E6F412430DD7}"/>
          </ac:spMkLst>
        </pc:spChg>
        <pc:spChg chg="add mod">
          <ac:chgData name="Alex FAMECHON" userId="38afeec6-0d3e-4c0f-9f8c-4688d26da850" providerId="ADAL" clId="{C0A8078E-5C94-4558-95DA-2BE1DD063B3F}" dt="2026-03-17T10:50:44.582" v="899" actId="1076"/>
          <ac:spMkLst>
            <pc:docMk/>
            <pc:sldMk cId="0" sldId="257"/>
            <ac:spMk id="117" creationId="{45CB7C9F-A9A1-6EC2-7BD6-BA9B7B195674}"/>
          </ac:spMkLst>
        </pc:spChg>
        <pc:spChg chg="add mod">
          <ac:chgData name="Alex FAMECHON" userId="38afeec6-0d3e-4c0f-9f8c-4688d26da850" providerId="ADAL" clId="{C0A8078E-5C94-4558-95DA-2BE1DD063B3F}" dt="2026-03-17T10:51:00.101" v="902" actId="1076"/>
          <ac:spMkLst>
            <pc:docMk/>
            <pc:sldMk cId="0" sldId="257"/>
            <ac:spMk id="118" creationId="{A93A340E-8EEA-F019-B640-B10EF2DBDAED}"/>
          </ac:spMkLst>
        </pc:spChg>
        <pc:spChg chg="add mod">
          <ac:chgData name="Alex FAMECHON" userId="38afeec6-0d3e-4c0f-9f8c-4688d26da850" providerId="ADAL" clId="{C0A8078E-5C94-4558-95DA-2BE1DD063B3F}" dt="2026-03-17T10:49:53.846" v="889" actId="1076"/>
          <ac:spMkLst>
            <pc:docMk/>
            <pc:sldMk cId="0" sldId="257"/>
            <ac:spMk id="119" creationId="{685D052C-FB69-605C-0FD9-37B3F03C9FDF}"/>
          </ac:spMkLst>
        </pc:spChg>
        <pc:spChg chg="add mod">
          <ac:chgData name="Alex FAMECHON" userId="38afeec6-0d3e-4c0f-9f8c-4688d26da850" providerId="ADAL" clId="{C0A8078E-5C94-4558-95DA-2BE1DD063B3F}" dt="2026-03-17T10:54:38.060" v="1003" actId="20577"/>
          <ac:spMkLst>
            <pc:docMk/>
            <pc:sldMk cId="0" sldId="257"/>
            <ac:spMk id="120" creationId="{81838636-011D-7454-785C-90255E58FB2B}"/>
          </ac:spMkLst>
        </pc:spChg>
        <pc:spChg chg="add mod">
          <ac:chgData name="Alex FAMECHON" userId="38afeec6-0d3e-4c0f-9f8c-4688d26da850" providerId="ADAL" clId="{C0A8078E-5C94-4558-95DA-2BE1DD063B3F}" dt="2026-03-17T10:50:07.941" v="892" actId="1076"/>
          <ac:spMkLst>
            <pc:docMk/>
            <pc:sldMk cId="0" sldId="257"/>
            <ac:spMk id="121" creationId="{785F2452-43EE-04B8-89F2-3FB576237767}"/>
          </ac:spMkLst>
        </pc:spChg>
        <pc:spChg chg="add mod">
          <ac:chgData name="Alex FAMECHON" userId="38afeec6-0d3e-4c0f-9f8c-4688d26da850" providerId="ADAL" clId="{C0A8078E-5C94-4558-95DA-2BE1DD063B3F}" dt="2026-03-17T10:51:04.273" v="903" actId="1076"/>
          <ac:spMkLst>
            <pc:docMk/>
            <pc:sldMk cId="0" sldId="257"/>
            <ac:spMk id="122" creationId="{5A109EEB-A2C9-922C-64F5-34C488BFABB7}"/>
          </ac:spMkLst>
        </pc:spChg>
        <pc:spChg chg="add mod">
          <ac:chgData name="Alex FAMECHON" userId="38afeec6-0d3e-4c0f-9f8c-4688d26da850" providerId="ADAL" clId="{C0A8078E-5C94-4558-95DA-2BE1DD063B3F}" dt="2026-03-17T10:50:07.941" v="892" actId="1076"/>
          <ac:spMkLst>
            <pc:docMk/>
            <pc:sldMk cId="0" sldId="257"/>
            <ac:spMk id="123" creationId="{60C7349F-FED8-57B4-42B6-07D133CC7713}"/>
          </ac:spMkLst>
        </pc:spChg>
        <pc:spChg chg="add mod">
          <ac:chgData name="Alex FAMECHON" userId="38afeec6-0d3e-4c0f-9f8c-4688d26da850" providerId="ADAL" clId="{C0A8078E-5C94-4558-95DA-2BE1DD063B3F}" dt="2026-03-17T10:50:07.941" v="892" actId="1076"/>
          <ac:spMkLst>
            <pc:docMk/>
            <pc:sldMk cId="0" sldId="257"/>
            <ac:spMk id="124" creationId="{C3A18BE0-3B28-96A4-9481-446CF335F44A}"/>
          </ac:spMkLst>
        </pc:spChg>
        <pc:spChg chg="add mod">
          <ac:chgData name="Alex FAMECHON" userId="38afeec6-0d3e-4c0f-9f8c-4688d26da850" providerId="ADAL" clId="{C0A8078E-5C94-4558-95DA-2BE1DD063B3F}" dt="2026-03-17T10:50:24.185" v="895" actId="1076"/>
          <ac:spMkLst>
            <pc:docMk/>
            <pc:sldMk cId="0" sldId="257"/>
            <ac:spMk id="125" creationId="{F0BA0297-761D-7333-99DB-ED38E6A7D3E9}"/>
          </ac:spMkLst>
        </pc:spChg>
        <pc:spChg chg="add mod">
          <ac:chgData name="Alex FAMECHON" userId="38afeec6-0d3e-4c0f-9f8c-4688d26da850" providerId="ADAL" clId="{C0A8078E-5C94-4558-95DA-2BE1DD063B3F}" dt="2026-03-17T10:51:07.964" v="904" actId="1076"/>
          <ac:spMkLst>
            <pc:docMk/>
            <pc:sldMk cId="0" sldId="257"/>
            <ac:spMk id="126" creationId="{314F4C4D-4AF2-AD49-4870-D70E99CBC964}"/>
          </ac:spMkLst>
        </pc:spChg>
        <pc:spChg chg="add mod">
          <ac:chgData name="Alex FAMECHON" userId="38afeec6-0d3e-4c0f-9f8c-4688d26da850" providerId="ADAL" clId="{C0A8078E-5C94-4558-95DA-2BE1DD063B3F}" dt="2026-03-17T10:50:24.185" v="895" actId="1076"/>
          <ac:spMkLst>
            <pc:docMk/>
            <pc:sldMk cId="0" sldId="257"/>
            <ac:spMk id="127" creationId="{AF0C5398-C5EB-6E63-2591-47D1EC7F3E68}"/>
          </ac:spMkLst>
        </pc:spChg>
        <pc:spChg chg="add mod">
          <ac:chgData name="Alex FAMECHON" userId="38afeec6-0d3e-4c0f-9f8c-4688d26da850" providerId="ADAL" clId="{C0A8078E-5C94-4558-95DA-2BE1DD063B3F}" dt="2026-03-17T10:50:24.185" v="895" actId="1076"/>
          <ac:spMkLst>
            <pc:docMk/>
            <pc:sldMk cId="0" sldId="257"/>
            <ac:spMk id="128" creationId="{16A6E350-5B5D-090C-6502-FDDBE73E4B63}"/>
          </ac:spMkLst>
        </pc:spChg>
        <pc:spChg chg="add mod">
          <ac:chgData name="Alex FAMECHON" userId="38afeec6-0d3e-4c0f-9f8c-4688d26da850" providerId="ADAL" clId="{C0A8078E-5C94-4558-95DA-2BE1DD063B3F}" dt="2026-03-17T10:50:36.389" v="897" actId="1076"/>
          <ac:spMkLst>
            <pc:docMk/>
            <pc:sldMk cId="0" sldId="257"/>
            <ac:spMk id="129" creationId="{FE8084DF-0CDF-2469-170F-DA2BA1F81719}"/>
          </ac:spMkLst>
        </pc:spChg>
        <pc:spChg chg="add mod">
          <ac:chgData name="Alex FAMECHON" userId="38afeec6-0d3e-4c0f-9f8c-4688d26da850" providerId="ADAL" clId="{C0A8078E-5C94-4558-95DA-2BE1DD063B3F}" dt="2026-03-17T10:51:10.458" v="905" actId="1076"/>
          <ac:spMkLst>
            <pc:docMk/>
            <pc:sldMk cId="0" sldId="257"/>
            <ac:spMk id="130" creationId="{012FF2C0-B414-6346-29E1-B3CB27C55765}"/>
          </ac:spMkLst>
        </pc:spChg>
        <pc:spChg chg="add mod">
          <ac:chgData name="Alex FAMECHON" userId="38afeec6-0d3e-4c0f-9f8c-4688d26da850" providerId="ADAL" clId="{C0A8078E-5C94-4558-95DA-2BE1DD063B3F}" dt="2026-03-17T10:50:36.389" v="897" actId="1076"/>
          <ac:spMkLst>
            <pc:docMk/>
            <pc:sldMk cId="0" sldId="257"/>
            <ac:spMk id="131" creationId="{B1FD2FDA-2901-9086-C4E6-04B7BE3DF569}"/>
          </ac:spMkLst>
        </pc:spChg>
        <pc:spChg chg="add mod">
          <ac:chgData name="Alex FAMECHON" userId="38afeec6-0d3e-4c0f-9f8c-4688d26da850" providerId="ADAL" clId="{C0A8078E-5C94-4558-95DA-2BE1DD063B3F}" dt="2026-03-17T10:50:36.389" v="897" actId="1076"/>
          <ac:spMkLst>
            <pc:docMk/>
            <pc:sldMk cId="0" sldId="257"/>
            <ac:spMk id="132" creationId="{C7970373-A7C7-C929-B17A-5610AEFD2869}"/>
          </ac:spMkLst>
        </pc:spChg>
        <pc:spChg chg="add mod">
          <ac:chgData name="Alex FAMECHON" userId="38afeec6-0d3e-4c0f-9f8c-4688d26da850" providerId="ADAL" clId="{C0A8078E-5C94-4558-95DA-2BE1DD063B3F}" dt="2026-03-17T10:51:19.978" v="907" actId="1076"/>
          <ac:spMkLst>
            <pc:docMk/>
            <pc:sldMk cId="0" sldId="257"/>
            <ac:spMk id="133" creationId="{5095E4AF-B0E5-D3AE-6D2D-D35E5DDB4A48}"/>
          </ac:spMkLst>
        </pc:spChg>
        <pc:spChg chg="add mod">
          <ac:chgData name="Alex FAMECHON" userId="38afeec6-0d3e-4c0f-9f8c-4688d26da850" providerId="ADAL" clId="{C0A8078E-5C94-4558-95DA-2BE1DD063B3F}" dt="2026-03-17T10:51:19.978" v="907" actId="1076"/>
          <ac:spMkLst>
            <pc:docMk/>
            <pc:sldMk cId="0" sldId="257"/>
            <ac:spMk id="134" creationId="{DB7693E6-5764-D7F0-6334-5CAD8646AFC4}"/>
          </ac:spMkLst>
        </pc:spChg>
        <pc:spChg chg="add mod">
          <ac:chgData name="Alex FAMECHON" userId="38afeec6-0d3e-4c0f-9f8c-4688d26da850" providerId="ADAL" clId="{C0A8078E-5C94-4558-95DA-2BE1DD063B3F}" dt="2026-03-17T10:51:19.978" v="907" actId="1076"/>
          <ac:spMkLst>
            <pc:docMk/>
            <pc:sldMk cId="0" sldId="257"/>
            <ac:spMk id="135" creationId="{6174B76C-C4A5-82DE-2686-351C6D8CE4D6}"/>
          </ac:spMkLst>
        </pc:spChg>
        <pc:spChg chg="add mod">
          <ac:chgData name="Alex FAMECHON" userId="38afeec6-0d3e-4c0f-9f8c-4688d26da850" providerId="ADAL" clId="{C0A8078E-5C94-4558-95DA-2BE1DD063B3F}" dt="2026-03-17T10:51:19.978" v="907" actId="1076"/>
          <ac:spMkLst>
            <pc:docMk/>
            <pc:sldMk cId="0" sldId="257"/>
            <ac:spMk id="136" creationId="{5F82B5EF-A8CF-64F2-0D90-A09A257AC21A}"/>
          </ac:spMkLst>
        </pc:spChg>
        <pc:spChg chg="add mod">
          <ac:chgData name="Alex FAMECHON" userId="38afeec6-0d3e-4c0f-9f8c-4688d26da850" providerId="ADAL" clId="{C0A8078E-5C94-4558-95DA-2BE1DD063B3F}" dt="2026-03-17T10:51:27.752" v="909" actId="1076"/>
          <ac:spMkLst>
            <pc:docMk/>
            <pc:sldMk cId="0" sldId="257"/>
            <ac:spMk id="137" creationId="{C8F4B375-0C55-9487-5D38-E30AA1ACC301}"/>
          </ac:spMkLst>
        </pc:spChg>
        <pc:spChg chg="add mod">
          <ac:chgData name="Alex FAMECHON" userId="38afeec6-0d3e-4c0f-9f8c-4688d26da850" providerId="ADAL" clId="{C0A8078E-5C94-4558-95DA-2BE1DD063B3F}" dt="2026-03-17T10:51:27.752" v="909" actId="1076"/>
          <ac:spMkLst>
            <pc:docMk/>
            <pc:sldMk cId="0" sldId="257"/>
            <ac:spMk id="138" creationId="{D76FB6B0-D792-B3F8-99CD-0D5FB5BD322A}"/>
          </ac:spMkLst>
        </pc:spChg>
        <pc:spChg chg="add mod">
          <ac:chgData name="Alex FAMECHON" userId="38afeec6-0d3e-4c0f-9f8c-4688d26da850" providerId="ADAL" clId="{C0A8078E-5C94-4558-95DA-2BE1DD063B3F}" dt="2026-03-17T10:51:27.752" v="909" actId="1076"/>
          <ac:spMkLst>
            <pc:docMk/>
            <pc:sldMk cId="0" sldId="257"/>
            <ac:spMk id="139" creationId="{9DC18D7C-C01B-729C-170F-9F86946B2D98}"/>
          </ac:spMkLst>
        </pc:spChg>
        <pc:spChg chg="add mod">
          <ac:chgData name="Alex FAMECHON" userId="38afeec6-0d3e-4c0f-9f8c-4688d26da850" providerId="ADAL" clId="{C0A8078E-5C94-4558-95DA-2BE1DD063B3F}" dt="2026-03-17T10:51:27.752" v="909" actId="1076"/>
          <ac:spMkLst>
            <pc:docMk/>
            <pc:sldMk cId="0" sldId="257"/>
            <ac:spMk id="140" creationId="{657AB33D-2786-35BA-F463-72F4110FD18D}"/>
          </ac:spMkLst>
        </pc:spChg>
        <pc:spChg chg="add mod">
          <ac:chgData name="Alex FAMECHON" userId="38afeec6-0d3e-4c0f-9f8c-4688d26da850" providerId="ADAL" clId="{C0A8078E-5C94-4558-95DA-2BE1DD063B3F}" dt="2026-03-17T10:51:38.749" v="911" actId="1076"/>
          <ac:spMkLst>
            <pc:docMk/>
            <pc:sldMk cId="0" sldId="257"/>
            <ac:spMk id="141" creationId="{E3C79351-E77A-0288-1358-19F13D7788CD}"/>
          </ac:spMkLst>
        </pc:spChg>
        <pc:spChg chg="add mod">
          <ac:chgData name="Alex FAMECHON" userId="38afeec6-0d3e-4c0f-9f8c-4688d26da850" providerId="ADAL" clId="{C0A8078E-5C94-4558-95DA-2BE1DD063B3F}" dt="2026-03-17T10:51:38.749" v="911" actId="1076"/>
          <ac:spMkLst>
            <pc:docMk/>
            <pc:sldMk cId="0" sldId="257"/>
            <ac:spMk id="142" creationId="{FC9D007D-C3C2-3C8A-E211-8D6674556765}"/>
          </ac:spMkLst>
        </pc:spChg>
        <pc:spChg chg="add mod">
          <ac:chgData name="Alex FAMECHON" userId="38afeec6-0d3e-4c0f-9f8c-4688d26da850" providerId="ADAL" clId="{C0A8078E-5C94-4558-95DA-2BE1DD063B3F}" dt="2026-03-17T10:51:38.749" v="911" actId="1076"/>
          <ac:spMkLst>
            <pc:docMk/>
            <pc:sldMk cId="0" sldId="257"/>
            <ac:spMk id="143" creationId="{98A19F49-EFBC-F07F-A5E1-B0518F22824C}"/>
          </ac:spMkLst>
        </pc:spChg>
        <pc:spChg chg="add mod">
          <ac:chgData name="Alex FAMECHON" userId="38afeec6-0d3e-4c0f-9f8c-4688d26da850" providerId="ADAL" clId="{C0A8078E-5C94-4558-95DA-2BE1DD063B3F}" dt="2026-03-17T10:51:38.749" v="911" actId="1076"/>
          <ac:spMkLst>
            <pc:docMk/>
            <pc:sldMk cId="0" sldId="257"/>
            <ac:spMk id="144" creationId="{2C4097CC-7E23-28AA-1675-23F30F361D45}"/>
          </ac:spMkLst>
        </pc:spChg>
        <pc:spChg chg="add mod">
          <ac:chgData name="Alex FAMECHON" userId="38afeec6-0d3e-4c0f-9f8c-4688d26da850" providerId="ADAL" clId="{C0A8078E-5C94-4558-95DA-2BE1DD063B3F}" dt="2026-03-17T10:51:49.528" v="913" actId="1076"/>
          <ac:spMkLst>
            <pc:docMk/>
            <pc:sldMk cId="0" sldId="257"/>
            <ac:spMk id="145" creationId="{6B5D2694-B87B-57A9-A994-5608021B361F}"/>
          </ac:spMkLst>
        </pc:spChg>
        <pc:spChg chg="add mod">
          <ac:chgData name="Alex FAMECHON" userId="38afeec6-0d3e-4c0f-9f8c-4688d26da850" providerId="ADAL" clId="{C0A8078E-5C94-4558-95DA-2BE1DD063B3F}" dt="2026-03-17T10:51:49.528" v="913" actId="1076"/>
          <ac:spMkLst>
            <pc:docMk/>
            <pc:sldMk cId="0" sldId="257"/>
            <ac:spMk id="146" creationId="{D6B130D4-7306-D6AA-992B-E355DD8BCE3D}"/>
          </ac:spMkLst>
        </pc:spChg>
        <pc:spChg chg="add mod">
          <ac:chgData name="Alex FAMECHON" userId="38afeec6-0d3e-4c0f-9f8c-4688d26da850" providerId="ADAL" clId="{C0A8078E-5C94-4558-95DA-2BE1DD063B3F}" dt="2026-03-17T10:51:49.528" v="913" actId="1076"/>
          <ac:spMkLst>
            <pc:docMk/>
            <pc:sldMk cId="0" sldId="257"/>
            <ac:spMk id="147" creationId="{E1126355-707E-F312-C202-752F96144DDA}"/>
          </ac:spMkLst>
        </pc:spChg>
        <pc:spChg chg="add mod">
          <ac:chgData name="Alex FAMECHON" userId="38afeec6-0d3e-4c0f-9f8c-4688d26da850" providerId="ADAL" clId="{C0A8078E-5C94-4558-95DA-2BE1DD063B3F}" dt="2026-03-17T10:51:49.528" v="913" actId="1076"/>
          <ac:spMkLst>
            <pc:docMk/>
            <pc:sldMk cId="0" sldId="257"/>
            <ac:spMk id="148" creationId="{6E2366FB-0763-9CB6-4938-4BD5B8EFF1D0}"/>
          </ac:spMkLst>
        </pc:spChg>
        <pc:spChg chg="add mod">
          <ac:chgData name="Alex FAMECHON" userId="38afeec6-0d3e-4c0f-9f8c-4688d26da850" providerId="ADAL" clId="{C0A8078E-5C94-4558-95DA-2BE1DD063B3F}" dt="2026-03-17T10:51:58.722" v="915" actId="1076"/>
          <ac:spMkLst>
            <pc:docMk/>
            <pc:sldMk cId="0" sldId="257"/>
            <ac:spMk id="149" creationId="{E94DD065-DF46-246C-35F5-9C1291FBF7A9}"/>
          </ac:spMkLst>
        </pc:spChg>
        <pc:spChg chg="add mod">
          <ac:chgData name="Alex FAMECHON" userId="38afeec6-0d3e-4c0f-9f8c-4688d26da850" providerId="ADAL" clId="{C0A8078E-5C94-4558-95DA-2BE1DD063B3F}" dt="2026-03-17T10:51:58.722" v="915" actId="1076"/>
          <ac:spMkLst>
            <pc:docMk/>
            <pc:sldMk cId="0" sldId="257"/>
            <ac:spMk id="150" creationId="{85DBC4D9-23BB-C2C6-5040-265A33CE4324}"/>
          </ac:spMkLst>
        </pc:spChg>
        <pc:spChg chg="add mod">
          <ac:chgData name="Alex FAMECHON" userId="38afeec6-0d3e-4c0f-9f8c-4688d26da850" providerId="ADAL" clId="{C0A8078E-5C94-4558-95DA-2BE1DD063B3F}" dt="2026-03-17T10:51:58.722" v="915" actId="1076"/>
          <ac:spMkLst>
            <pc:docMk/>
            <pc:sldMk cId="0" sldId="257"/>
            <ac:spMk id="151" creationId="{4598E837-4F90-23FF-EA9A-E0104B4B15FA}"/>
          </ac:spMkLst>
        </pc:spChg>
        <pc:spChg chg="add mod">
          <ac:chgData name="Alex FAMECHON" userId="38afeec6-0d3e-4c0f-9f8c-4688d26da850" providerId="ADAL" clId="{C0A8078E-5C94-4558-95DA-2BE1DD063B3F}" dt="2026-03-17T10:51:58.722" v="915" actId="1076"/>
          <ac:spMkLst>
            <pc:docMk/>
            <pc:sldMk cId="0" sldId="257"/>
            <ac:spMk id="152" creationId="{842D1520-0697-896E-DE0B-03F2272E7EFB}"/>
          </ac:spMkLst>
        </pc:spChg>
        <pc:spChg chg="add">
          <ac:chgData name="Alex FAMECHON" userId="38afeec6-0d3e-4c0f-9f8c-4688d26da850" providerId="ADAL" clId="{C0A8078E-5C94-4558-95DA-2BE1DD063B3F}" dt="2026-03-17T10:54:23.126" v="981"/>
          <ac:spMkLst>
            <pc:docMk/>
            <pc:sldMk cId="0" sldId="257"/>
            <ac:spMk id="153" creationId="{ADED83BA-C499-DDA2-D8FD-A51B213B4DE5}"/>
          </ac:spMkLst>
        </pc:spChg>
        <pc:spChg chg="add">
          <ac:chgData name="Alex FAMECHON" userId="38afeec6-0d3e-4c0f-9f8c-4688d26da850" providerId="ADAL" clId="{C0A8078E-5C94-4558-95DA-2BE1DD063B3F}" dt="2026-03-17T10:54:38.733" v="1004"/>
          <ac:spMkLst>
            <pc:docMk/>
            <pc:sldMk cId="0" sldId="257"/>
            <ac:spMk id="154" creationId="{413D7475-9E94-6976-5973-F94D5EA6F375}"/>
          </ac:spMkLst>
        </pc:spChg>
      </pc:sldChg>
      <pc:sldChg chg="modSp mod">
        <pc:chgData name="Alex FAMECHON" userId="38afeec6-0d3e-4c0f-9f8c-4688d26da850" providerId="ADAL" clId="{C0A8078E-5C94-4558-95DA-2BE1DD063B3F}" dt="2026-03-17T10:41:47.765" v="787" actId="20577"/>
        <pc:sldMkLst>
          <pc:docMk/>
          <pc:sldMk cId="0" sldId="261"/>
        </pc:sldMkLst>
        <pc:spChg chg="mod">
          <ac:chgData name="Alex FAMECHON" userId="38afeec6-0d3e-4c0f-9f8c-4688d26da850" providerId="ADAL" clId="{C0A8078E-5C94-4558-95DA-2BE1DD063B3F}" dt="2026-03-17T10:41:47.765" v="787" actId="20577"/>
          <ac:spMkLst>
            <pc:docMk/>
            <pc:sldMk cId="0" sldId="261"/>
            <ac:spMk id="44" creationId="{8C12D12A-3223-4D78-A161-AD3A2775350A}"/>
          </ac:spMkLst>
        </pc:spChg>
      </pc:sldChg>
      <pc:sldChg chg="addSp delSp modSp mod">
        <pc:chgData name="Alex FAMECHON" userId="38afeec6-0d3e-4c0f-9f8c-4688d26da850" providerId="ADAL" clId="{C0A8078E-5C94-4558-95DA-2BE1DD063B3F}" dt="2026-03-17T10:41:59.267" v="793" actId="20577"/>
        <pc:sldMkLst>
          <pc:docMk/>
          <pc:sldMk cId="0" sldId="262"/>
        </pc:sldMkLst>
        <pc:spChg chg="mod">
          <ac:chgData name="Alex FAMECHON" userId="38afeec6-0d3e-4c0f-9f8c-4688d26da850" providerId="ADAL" clId="{C0A8078E-5C94-4558-95DA-2BE1DD063B3F}" dt="2026-03-17T10:41:59.267" v="79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40.132" v="35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31.205" v="31" actId="1410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5:09.523" v="17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33.891" v="32" actId="14100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2:27.361" v="97" actId="1410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35.788" v="33" actId="1410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2:22.980" v="95" actId="14100"/>
          <ac:spMkLst>
            <pc:docMk/>
            <pc:sldMk cId="0" sldId="262"/>
            <ac:spMk id="33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38.011" v="34" actId="14100"/>
          <ac:spMkLst>
            <pc:docMk/>
            <pc:sldMk cId="0" sldId="262"/>
            <ac:spMk id="37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2:17.619" v="93" actId="14100"/>
          <ac:spMkLst>
            <pc:docMk/>
            <pc:sldMk cId="0" sldId="262"/>
            <ac:spMk id="38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44.078" v="36" actId="14100"/>
          <ac:spMkLst>
            <pc:docMk/>
            <pc:sldMk cId="0" sldId="262"/>
            <ac:spMk id="42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2:09.590" v="91" actId="14100"/>
          <ac:spMkLst>
            <pc:docMk/>
            <pc:sldMk cId="0" sldId="262"/>
            <ac:spMk id="43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1:58.157" v="87" actId="107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2:02.895" v="89" actId="14100"/>
          <ac:spMkLst>
            <pc:docMk/>
            <pc:sldMk cId="0" sldId="262"/>
            <ac:spMk id="48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7:48.611" v="38" actId="14100"/>
          <ac:spMkLst>
            <pc:docMk/>
            <pc:sldMk cId="0" sldId="262"/>
            <ac:spMk id="52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1:53.449" v="83" actId="1076"/>
          <ac:spMkLst>
            <pc:docMk/>
            <pc:sldMk cId="0" sldId="262"/>
            <ac:spMk id="53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1:16.676" v="81" actId="1076"/>
          <ac:spMkLst>
            <pc:docMk/>
            <pc:sldMk cId="0" sldId="262"/>
            <ac:spMk id="57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1:24.984" v="82" actId="1076"/>
          <ac:spMkLst>
            <pc:docMk/>
            <pc:sldMk cId="0" sldId="262"/>
            <ac:spMk id="58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1:03.778" v="74" actId="1076"/>
          <ac:spMkLst>
            <pc:docMk/>
            <pc:sldMk cId="0" sldId="262"/>
            <ac:spMk id="62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1:10.509" v="76" actId="1076"/>
          <ac:spMkLst>
            <pc:docMk/>
            <pc:sldMk cId="0" sldId="262"/>
            <ac:spMk id="63" creationId="{00000000-0000-0000-0000-000000000000}"/>
          </ac:spMkLst>
        </pc:spChg>
        <pc:spChg chg="del mod">
          <ac:chgData name="Alex FAMECHON" userId="38afeec6-0d3e-4c0f-9f8c-4688d26da850" providerId="ADAL" clId="{C0A8078E-5C94-4558-95DA-2BE1DD063B3F}" dt="2026-03-17T08:29:57.898" v="60" actId="478"/>
          <ac:spMkLst>
            <pc:docMk/>
            <pc:sldMk cId="0" sldId="262"/>
            <ac:spMk id="67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29:53.087" v="58" actId="1076"/>
          <ac:spMkLst>
            <pc:docMk/>
            <pc:sldMk cId="0" sldId="262"/>
            <ac:spMk id="68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0:10.718" v="63" actId="1076"/>
          <ac:spMkLst>
            <pc:docMk/>
            <pc:sldMk cId="0" sldId="262"/>
            <ac:spMk id="69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0:15.255" v="64" actId="1076"/>
          <ac:spMkLst>
            <pc:docMk/>
            <pc:sldMk cId="0" sldId="262"/>
            <ac:spMk id="70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0:48.666" v="68" actId="20577"/>
          <ac:spMkLst>
            <pc:docMk/>
            <pc:sldMk cId="0" sldId="262"/>
            <ac:spMk id="71" creationId="{00000000-0000-0000-0000-000000000000}"/>
          </ac:spMkLst>
        </pc:spChg>
        <pc:spChg chg="del mod">
          <ac:chgData name="Alex FAMECHON" userId="38afeec6-0d3e-4c0f-9f8c-4688d26da850" providerId="ADAL" clId="{C0A8078E-5C94-4558-95DA-2BE1DD063B3F}" dt="2026-03-17T08:29:12.130" v="43" actId="478"/>
          <ac:spMkLst>
            <pc:docMk/>
            <pc:sldMk cId="0" sldId="262"/>
            <ac:spMk id="72" creationId="{00000000-0000-0000-0000-000000000000}"/>
          </ac:spMkLst>
        </pc:spChg>
        <pc:spChg chg="add del">
          <ac:chgData name="Alex FAMECHON" userId="38afeec6-0d3e-4c0f-9f8c-4688d26da850" providerId="ADAL" clId="{C0A8078E-5C94-4558-95DA-2BE1DD063B3F}" dt="2026-03-17T08:29:38.120" v="53" actId="478"/>
          <ac:spMkLst>
            <pc:docMk/>
            <pc:sldMk cId="0" sldId="262"/>
            <ac:spMk id="74" creationId="{00000000-0000-0000-0000-000000000000}"/>
          </ac:spMkLst>
        </pc:spChg>
        <pc:spChg chg="del mod">
          <ac:chgData name="Alex FAMECHON" userId="38afeec6-0d3e-4c0f-9f8c-4688d26da850" providerId="ADAL" clId="{C0A8078E-5C94-4558-95DA-2BE1DD063B3F}" dt="2026-03-17T08:29:20.153" v="46" actId="478"/>
          <ac:spMkLst>
            <pc:docMk/>
            <pc:sldMk cId="0" sldId="262"/>
            <ac:spMk id="75" creationId="{00000000-0000-0000-0000-000000000000}"/>
          </ac:spMkLst>
        </pc:spChg>
        <pc:spChg chg="del">
          <ac:chgData name="Alex FAMECHON" userId="38afeec6-0d3e-4c0f-9f8c-4688d26da850" providerId="ADAL" clId="{C0A8078E-5C94-4558-95DA-2BE1DD063B3F}" dt="2026-03-17T08:29:14.558" v="44" actId="478"/>
          <ac:spMkLst>
            <pc:docMk/>
            <pc:sldMk cId="0" sldId="262"/>
            <ac:spMk id="76" creationId="{00000000-0000-0000-0000-000000000000}"/>
          </ac:spMkLst>
        </pc:spChg>
        <pc:spChg chg="mod">
          <ac:chgData name="Alex FAMECHON" userId="38afeec6-0d3e-4c0f-9f8c-4688d26da850" providerId="ADAL" clId="{C0A8078E-5C94-4558-95DA-2BE1DD063B3F}" dt="2026-03-17T08:30:37.107" v="66" actId="20577"/>
          <ac:spMkLst>
            <pc:docMk/>
            <pc:sldMk cId="0" sldId="262"/>
            <ac:spMk id="77" creationId="{00000000-0000-0000-0000-000000000000}"/>
          </ac:spMkLst>
        </pc:spChg>
      </pc:sldChg>
      <pc:sldChg chg="modSp mod">
        <pc:chgData name="Alex FAMECHON" userId="38afeec6-0d3e-4c0f-9f8c-4688d26da850" providerId="ADAL" clId="{C0A8078E-5C94-4558-95DA-2BE1DD063B3F}" dt="2026-03-17T10:42:05.938" v="797" actId="20577"/>
        <pc:sldMkLst>
          <pc:docMk/>
          <pc:sldMk cId="0" sldId="263"/>
        </pc:sldMkLst>
        <pc:spChg chg="mod">
          <ac:chgData name="Alex FAMECHON" userId="38afeec6-0d3e-4c0f-9f8c-4688d26da850" providerId="ADAL" clId="{C0A8078E-5C94-4558-95DA-2BE1DD063B3F}" dt="2026-03-17T10:42:05.938" v="797" actId="20577"/>
          <ac:spMkLst>
            <pc:docMk/>
            <pc:sldMk cId="0" sldId="263"/>
            <ac:spMk id="74" creationId="{30C80C28-0289-BF6B-2A91-CD2A12C796BD}"/>
          </ac:spMkLst>
        </pc:spChg>
      </pc:sldChg>
      <pc:sldChg chg="modSp mod">
        <pc:chgData name="Alex FAMECHON" userId="38afeec6-0d3e-4c0f-9f8c-4688d26da850" providerId="ADAL" clId="{C0A8078E-5C94-4558-95DA-2BE1DD063B3F}" dt="2026-03-17T10:42:12.440" v="801" actId="20577"/>
        <pc:sldMkLst>
          <pc:docMk/>
          <pc:sldMk cId="0" sldId="264"/>
        </pc:sldMkLst>
        <pc:spChg chg="mod">
          <ac:chgData name="Alex FAMECHON" userId="38afeec6-0d3e-4c0f-9f8c-4688d26da850" providerId="ADAL" clId="{C0A8078E-5C94-4558-95DA-2BE1DD063B3F}" dt="2026-03-17T10:42:12.440" v="801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Alex FAMECHON" userId="38afeec6-0d3e-4c0f-9f8c-4688d26da850" providerId="ADAL" clId="{C0A8078E-5C94-4558-95DA-2BE1DD063B3F}" dt="2026-03-17T10:41:42.021" v="785" actId="20577"/>
        <pc:sldMkLst>
          <pc:docMk/>
          <pc:sldMk cId="0" sldId="265"/>
        </pc:sldMkLst>
        <pc:spChg chg="mod">
          <ac:chgData name="Alex FAMECHON" userId="38afeec6-0d3e-4c0f-9f8c-4688d26da850" providerId="ADAL" clId="{C0A8078E-5C94-4558-95DA-2BE1DD063B3F}" dt="2026-03-17T10:41:42.021" v="785" actId="20577"/>
          <ac:spMkLst>
            <pc:docMk/>
            <pc:sldMk cId="0" sldId="265"/>
            <ac:spMk id="37" creationId="{081FE9D9-E05D-5925-B171-E65A25D316FD}"/>
          </ac:spMkLst>
        </pc:spChg>
      </pc:sldChg>
      <pc:sldChg chg="modSp mod">
        <pc:chgData name="Alex FAMECHON" userId="38afeec6-0d3e-4c0f-9f8c-4688d26da850" providerId="ADAL" clId="{C0A8078E-5C94-4558-95DA-2BE1DD063B3F}" dt="2026-03-17T10:41:36.589" v="783" actId="20577"/>
        <pc:sldMkLst>
          <pc:docMk/>
          <pc:sldMk cId="0" sldId="266"/>
        </pc:sldMkLst>
        <pc:spChg chg="mod">
          <ac:chgData name="Alex FAMECHON" userId="38afeec6-0d3e-4c0f-9f8c-4688d26da850" providerId="ADAL" clId="{C0A8078E-5C94-4558-95DA-2BE1DD063B3F}" dt="2026-03-17T10:41:36.589" v="783" actId="20577"/>
          <ac:spMkLst>
            <pc:docMk/>
            <pc:sldMk cId="0" sldId="266"/>
            <ac:spMk id="44" creationId="{B321C96F-5418-5927-EE2B-6D28DFF95D13}"/>
          </ac:spMkLst>
        </pc:spChg>
      </pc:sldChg>
      <pc:sldChg chg="modSp mod">
        <pc:chgData name="Alex FAMECHON" userId="38afeec6-0d3e-4c0f-9f8c-4688d26da850" providerId="ADAL" clId="{C0A8078E-5C94-4558-95DA-2BE1DD063B3F}" dt="2026-03-17T10:41:52.956" v="789" actId="20577"/>
        <pc:sldMkLst>
          <pc:docMk/>
          <pc:sldMk cId="0" sldId="267"/>
        </pc:sldMkLst>
        <pc:spChg chg="mod">
          <ac:chgData name="Alex FAMECHON" userId="38afeec6-0d3e-4c0f-9f8c-4688d26da850" providerId="ADAL" clId="{C0A8078E-5C94-4558-95DA-2BE1DD063B3F}" dt="2026-03-17T10:41:52.956" v="789" actId="20577"/>
          <ac:spMkLst>
            <pc:docMk/>
            <pc:sldMk cId="0" sldId="267"/>
            <ac:spMk id="22" creationId="{FF9A35F9-049B-882F-D102-9803D29E5866}"/>
          </ac:spMkLst>
        </pc:spChg>
      </pc:sldChg>
      <pc:sldChg chg="modSp mod">
        <pc:chgData name="Alex FAMECHON" userId="38afeec6-0d3e-4c0f-9f8c-4688d26da850" providerId="ADAL" clId="{C0A8078E-5C94-4558-95DA-2BE1DD063B3F}" dt="2026-03-17T10:42:18.903" v="805" actId="20577"/>
        <pc:sldMkLst>
          <pc:docMk/>
          <pc:sldMk cId="0" sldId="268"/>
        </pc:sldMkLst>
        <pc:spChg chg="mod">
          <ac:chgData name="Alex FAMECHON" userId="38afeec6-0d3e-4c0f-9f8c-4688d26da850" providerId="ADAL" clId="{C0A8078E-5C94-4558-95DA-2BE1DD063B3F}" dt="2026-03-17T10:42:18.903" v="805" actId="20577"/>
          <ac:spMkLst>
            <pc:docMk/>
            <pc:sldMk cId="0" sldId="268"/>
            <ac:spMk id="25" creationId="{394865F0-B58F-DB85-C722-94F10F46F1F2}"/>
          </ac:spMkLst>
        </pc:spChg>
      </pc:sldChg>
      <pc:sldChg chg="modSp mod ord">
        <pc:chgData name="Alex FAMECHON" userId="38afeec6-0d3e-4c0f-9f8c-4688d26da850" providerId="ADAL" clId="{C0A8078E-5C94-4558-95DA-2BE1DD063B3F}" dt="2026-03-17T10:41:24.080" v="779" actId="20577"/>
        <pc:sldMkLst>
          <pc:docMk/>
          <pc:sldMk cId="1451271163" sldId="269"/>
        </pc:sldMkLst>
        <pc:spChg chg="mod">
          <ac:chgData name="Alex FAMECHON" userId="38afeec6-0d3e-4c0f-9f8c-4688d26da850" providerId="ADAL" clId="{C0A8078E-5C94-4558-95DA-2BE1DD063B3F}" dt="2026-03-17T10:41:24.080" v="779" actId="20577"/>
          <ac:spMkLst>
            <pc:docMk/>
            <pc:sldMk cId="1451271163" sldId="269"/>
            <ac:spMk id="4" creationId="{82C86EEB-299E-4A61-66E7-2B84579FE422}"/>
          </ac:spMkLst>
        </pc:spChg>
        <pc:spChg chg="mod">
          <ac:chgData name="Alex FAMECHON" userId="38afeec6-0d3e-4c0f-9f8c-4688d26da850" providerId="ADAL" clId="{C0A8078E-5C94-4558-95DA-2BE1DD063B3F}" dt="2026-03-17T10:02:44.536" v="122" actId="108"/>
          <ac:spMkLst>
            <pc:docMk/>
            <pc:sldMk cId="1451271163" sldId="269"/>
            <ac:spMk id="32" creationId="{B0DEE11D-15C8-650C-1453-75CBE9A6EFA3}"/>
          </ac:spMkLst>
        </pc:spChg>
      </pc:sldChg>
      <pc:sldChg chg="addSp delSp modSp add mod ord">
        <pc:chgData name="Alex FAMECHON" userId="38afeec6-0d3e-4c0f-9f8c-4688d26da850" providerId="ADAL" clId="{C0A8078E-5C94-4558-95DA-2BE1DD063B3F}" dt="2026-03-17T10:41:29.917" v="781" actId="20577"/>
        <pc:sldMkLst>
          <pc:docMk/>
          <pc:sldMk cId="3290557052" sldId="270"/>
        </pc:sldMkLst>
        <pc:spChg chg="mod">
          <ac:chgData name="Alex FAMECHON" userId="38afeec6-0d3e-4c0f-9f8c-4688d26da850" providerId="ADAL" clId="{C0A8078E-5C94-4558-95DA-2BE1DD063B3F}" dt="2026-03-17T10:41:29.917" v="781" actId="20577"/>
          <ac:spMkLst>
            <pc:docMk/>
            <pc:sldMk cId="3290557052" sldId="270"/>
            <ac:spMk id="4" creationId="{1722FA19-3CC5-8701-941B-BFD583B80CAB}"/>
          </ac:spMkLst>
        </pc:spChg>
        <pc:spChg chg="mod">
          <ac:chgData name="Alex FAMECHON" userId="38afeec6-0d3e-4c0f-9f8c-4688d26da850" providerId="ADAL" clId="{C0A8078E-5C94-4558-95DA-2BE1DD063B3F}" dt="2026-03-17T10:17:02.918" v="176" actId="108"/>
          <ac:spMkLst>
            <pc:docMk/>
            <pc:sldMk cId="3290557052" sldId="270"/>
            <ac:spMk id="5" creationId="{1AC26E09-AF7B-8AE7-4159-37ACE763C00A}"/>
          </ac:spMkLst>
        </pc:spChg>
        <pc:spChg chg="mod">
          <ac:chgData name="Alex FAMECHON" userId="38afeec6-0d3e-4c0f-9f8c-4688d26da850" providerId="ADAL" clId="{C0A8078E-5C94-4558-95DA-2BE1DD063B3F}" dt="2026-03-17T10:24:58.500" v="228" actId="1076"/>
          <ac:spMkLst>
            <pc:docMk/>
            <pc:sldMk cId="3290557052" sldId="270"/>
            <ac:spMk id="8" creationId="{9F53963B-276D-24CE-D9ED-EBCC21E592C5}"/>
          </ac:spMkLst>
        </pc:spChg>
        <pc:spChg chg="mod">
          <ac:chgData name="Alex FAMECHON" userId="38afeec6-0d3e-4c0f-9f8c-4688d26da850" providerId="ADAL" clId="{C0A8078E-5C94-4558-95DA-2BE1DD063B3F}" dt="2026-03-17T10:24:52.631" v="227" actId="1076"/>
          <ac:spMkLst>
            <pc:docMk/>
            <pc:sldMk cId="3290557052" sldId="270"/>
            <ac:spMk id="12" creationId="{2193D93A-9A2C-2690-8085-4A06442CB680}"/>
          </ac:spMkLst>
        </pc:spChg>
        <pc:spChg chg="add mod">
          <ac:chgData name="Alex FAMECHON" userId="38afeec6-0d3e-4c0f-9f8c-4688d26da850" providerId="ADAL" clId="{C0A8078E-5C94-4558-95DA-2BE1DD063B3F}" dt="2026-03-17T10:28:31.300" v="283" actId="1076"/>
          <ac:spMkLst>
            <pc:docMk/>
            <pc:sldMk cId="3290557052" sldId="270"/>
            <ac:spMk id="13" creationId="{4D62BDE2-B1E6-3C99-005F-D5ED864E1D66}"/>
          </ac:spMkLst>
        </pc:spChg>
        <pc:spChg chg="mod">
          <ac:chgData name="Alex FAMECHON" userId="38afeec6-0d3e-4c0f-9f8c-4688d26da850" providerId="ADAL" clId="{C0A8078E-5C94-4558-95DA-2BE1DD063B3F}" dt="2026-03-17T10:24:30.145" v="225" actId="1076"/>
          <ac:spMkLst>
            <pc:docMk/>
            <pc:sldMk cId="3290557052" sldId="270"/>
            <ac:spMk id="16" creationId="{B53A487C-B462-D64D-6E1E-36663A69B1F3}"/>
          </ac:spMkLst>
        </pc:spChg>
        <pc:spChg chg="add mod">
          <ac:chgData name="Alex FAMECHON" userId="38afeec6-0d3e-4c0f-9f8c-4688d26da850" providerId="ADAL" clId="{C0A8078E-5C94-4558-95DA-2BE1DD063B3F}" dt="2026-03-17T10:29:24.693" v="291" actId="1076"/>
          <ac:spMkLst>
            <pc:docMk/>
            <pc:sldMk cId="3290557052" sldId="270"/>
            <ac:spMk id="17" creationId="{C2071558-5783-2492-B1FC-DE855A9E438E}"/>
          </ac:spMkLst>
        </pc:spChg>
        <pc:spChg chg="mod">
          <ac:chgData name="Alex FAMECHON" userId="38afeec6-0d3e-4c0f-9f8c-4688d26da850" providerId="ADAL" clId="{C0A8078E-5C94-4558-95DA-2BE1DD063B3F}" dt="2026-03-17T10:24:37.910" v="226" actId="1076"/>
          <ac:spMkLst>
            <pc:docMk/>
            <pc:sldMk cId="3290557052" sldId="270"/>
            <ac:spMk id="20" creationId="{BFAEB794-AAAA-2205-D67A-E7877493E1B9}"/>
          </ac:spMkLst>
        </pc:spChg>
        <pc:spChg chg="add mod">
          <ac:chgData name="Alex FAMECHON" userId="38afeec6-0d3e-4c0f-9f8c-4688d26da850" providerId="ADAL" clId="{C0A8078E-5C94-4558-95DA-2BE1DD063B3F}" dt="2026-03-17T10:28:57.191" v="286"/>
          <ac:spMkLst>
            <pc:docMk/>
            <pc:sldMk cId="3290557052" sldId="270"/>
            <ac:spMk id="21" creationId="{8018F32E-26D2-F46D-A34D-2A3B0461FA86}"/>
          </ac:spMkLst>
        </pc:spChg>
        <pc:spChg chg="mod">
          <ac:chgData name="Alex FAMECHON" userId="38afeec6-0d3e-4c0f-9f8c-4688d26da850" providerId="ADAL" clId="{C0A8078E-5C94-4558-95DA-2BE1DD063B3F}" dt="2026-03-17T10:28:24.200" v="281" actId="14100"/>
          <ac:spMkLst>
            <pc:docMk/>
            <pc:sldMk cId="3290557052" sldId="270"/>
            <ac:spMk id="22" creationId="{20B52427-BB0E-ED00-493E-EB2CEBDB7158}"/>
          </ac:spMkLst>
        </pc:spChg>
        <pc:spChg chg="mod">
          <ac:chgData name="Alex FAMECHON" userId="38afeec6-0d3e-4c0f-9f8c-4688d26da850" providerId="ADAL" clId="{C0A8078E-5C94-4558-95DA-2BE1DD063B3F}" dt="2026-03-17T10:28:27.540" v="282" actId="14100"/>
          <ac:spMkLst>
            <pc:docMk/>
            <pc:sldMk cId="3290557052" sldId="270"/>
            <ac:spMk id="23" creationId="{693BAE4D-97A3-8681-AC67-BA4C08DB750A}"/>
          </ac:spMkLst>
        </pc:spChg>
        <pc:spChg chg="add mod">
          <ac:chgData name="Alex FAMECHON" userId="38afeec6-0d3e-4c0f-9f8c-4688d26da850" providerId="ADAL" clId="{C0A8078E-5C94-4558-95DA-2BE1DD063B3F}" dt="2026-03-17T10:30:03.895" v="352" actId="108"/>
          <ac:spMkLst>
            <pc:docMk/>
            <pc:sldMk cId="3290557052" sldId="270"/>
            <ac:spMk id="25" creationId="{85951DF1-34E9-DCE8-B92A-F4C4DAF3367D}"/>
          </ac:spMkLst>
        </pc:spChg>
        <pc:spChg chg="del mod">
          <ac:chgData name="Alex FAMECHON" userId="38afeec6-0d3e-4c0f-9f8c-4688d26da850" providerId="ADAL" clId="{C0A8078E-5C94-4558-95DA-2BE1DD063B3F}" dt="2026-03-17T10:31:31.776" v="362" actId="478"/>
          <ac:spMkLst>
            <pc:docMk/>
            <pc:sldMk cId="3290557052" sldId="270"/>
            <ac:spMk id="26" creationId="{2BE6E1F7-EFC5-7973-B030-6416A27EF234}"/>
          </ac:spMkLst>
        </pc:spChg>
        <pc:spChg chg="del mod">
          <ac:chgData name="Alex FAMECHON" userId="38afeec6-0d3e-4c0f-9f8c-4688d26da850" providerId="ADAL" clId="{C0A8078E-5C94-4558-95DA-2BE1DD063B3F}" dt="2026-03-17T10:31:36.036" v="364" actId="478"/>
          <ac:spMkLst>
            <pc:docMk/>
            <pc:sldMk cId="3290557052" sldId="270"/>
            <ac:spMk id="27" creationId="{169916E9-929C-00D6-8146-AF8EB48F8A92}"/>
          </ac:spMkLst>
        </pc:spChg>
        <pc:spChg chg="del">
          <ac:chgData name="Alex FAMECHON" userId="38afeec6-0d3e-4c0f-9f8c-4688d26da850" providerId="ADAL" clId="{C0A8078E-5C94-4558-95DA-2BE1DD063B3F}" dt="2026-03-17T10:31:34.256" v="363" actId="478"/>
          <ac:spMkLst>
            <pc:docMk/>
            <pc:sldMk cId="3290557052" sldId="270"/>
            <ac:spMk id="28" creationId="{5CC3A259-CF4C-293E-43AA-75258F638FB2}"/>
          </ac:spMkLst>
        </pc:spChg>
        <pc:spChg chg="add mod">
          <ac:chgData name="Alex FAMECHON" userId="38afeec6-0d3e-4c0f-9f8c-4688d26da850" providerId="ADAL" clId="{C0A8078E-5C94-4558-95DA-2BE1DD063B3F}" dt="2026-03-17T10:31:47.557" v="370" actId="1076"/>
          <ac:spMkLst>
            <pc:docMk/>
            <pc:sldMk cId="3290557052" sldId="270"/>
            <ac:spMk id="29" creationId="{C16D839B-F24C-DF93-577E-0FE7D728276B}"/>
          </ac:spMkLst>
        </pc:spChg>
        <pc:spChg chg="del mod">
          <ac:chgData name="Alex FAMECHON" userId="38afeec6-0d3e-4c0f-9f8c-4688d26da850" providerId="ADAL" clId="{C0A8078E-5C94-4558-95DA-2BE1DD063B3F}" dt="2026-03-17T10:31:56.990" v="372" actId="478"/>
          <ac:spMkLst>
            <pc:docMk/>
            <pc:sldMk cId="3290557052" sldId="270"/>
            <ac:spMk id="30" creationId="{D8C3D483-4E95-850C-C789-279859685108}"/>
          </ac:spMkLst>
        </pc:spChg>
        <pc:spChg chg="del mod">
          <ac:chgData name="Alex FAMECHON" userId="38afeec6-0d3e-4c0f-9f8c-4688d26da850" providerId="ADAL" clId="{C0A8078E-5C94-4558-95DA-2BE1DD063B3F}" dt="2026-03-17T10:31:58.721" v="373" actId="478"/>
          <ac:spMkLst>
            <pc:docMk/>
            <pc:sldMk cId="3290557052" sldId="270"/>
            <ac:spMk id="31" creationId="{5D794D1F-11D1-E860-DB9D-A9F8F4D4A667}"/>
          </ac:spMkLst>
        </pc:spChg>
        <pc:spChg chg="del">
          <ac:chgData name="Alex FAMECHON" userId="38afeec6-0d3e-4c0f-9f8c-4688d26da850" providerId="ADAL" clId="{C0A8078E-5C94-4558-95DA-2BE1DD063B3F}" dt="2026-03-17T10:31:55.059" v="371" actId="478"/>
          <ac:spMkLst>
            <pc:docMk/>
            <pc:sldMk cId="3290557052" sldId="270"/>
            <ac:spMk id="32" creationId="{7190FE2B-B406-288F-EBD0-2526DEF27F4A}"/>
          </ac:spMkLst>
        </pc:spChg>
        <pc:spChg chg="add mod">
          <ac:chgData name="Alex FAMECHON" userId="38afeec6-0d3e-4c0f-9f8c-4688d26da850" providerId="ADAL" clId="{C0A8078E-5C94-4558-95DA-2BE1DD063B3F}" dt="2026-03-17T10:31:47.557" v="370" actId="1076"/>
          <ac:spMkLst>
            <pc:docMk/>
            <pc:sldMk cId="3290557052" sldId="270"/>
            <ac:spMk id="33" creationId="{16F6B79E-A83A-D650-DF60-E546B4485B61}"/>
          </ac:spMkLst>
        </pc:spChg>
        <pc:spChg chg="del mod">
          <ac:chgData name="Alex FAMECHON" userId="38afeec6-0d3e-4c0f-9f8c-4688d26da850" providerId="ADAL" clId="{C0A8078E-5C94-4558-95DA-2BE1DD063B3F}" dt="2026-03-17T10:31:55.059" v="371" actId="478"/>
          <ac:spMkLst>
            <pc:docMk/>
            <pc:sldMk cId="3290557052" sldId="270"/>
            <ac:spMk id="34" creationId="{6AC5D785-4790-732D-CCDF-72C5E18BFF7A}"/>
          </ac:spMkLst>
        </pc:spChg>
        <pc:spChg chg="del mod">
          <ac:chgData name="Alex FAMECHON" userId="38afeec6-0d3e-4c0f-9f8c-4688d26da850" providerId="ADAL" clId="{C0A8078E-5C94-4558-95DA-2BE1DD063B3F}" dt="2026-03-17T10:31:55.059" v="371" actId="478"/>
          <ac:spMkLst>
            <pc:docMk/>
            <pc:sldMk cId="3290557052" sldId="270"/>
            <ac:spMk id="35" creationId="{EE1CF334-9F78-CDFD-2255-567015CCB70A}"/>
          </ac:spMkLst>
        </pc:spChg>
        <pc:spChg chg="del">
          <ac:chgData name="Alex FAMECHON" userId="38afeec6-0d3e-4c0f-9f8c-4688d26da850" providerId="ADAL" clId="{C0A8078E-5C94-4558-95DA-2BE1DD063B3F}" dt="2026-03-17T10:31:55.059" v="371" actId="478"/>
          <ac:spMkLst>
            <pc:docMk/>
            <pc:sldMk cId="3290557052" sldId="270"/>
            <ac:spMk id="36" creationId="{46C86070-5C2D-30FE-4D0F-DAB6D42A17FE}"/>
          </ac:spMkLst>
        </pc:spChg>
        <pc:spChg chg="add mod">
          <ac:chgData name="Alex FAMECHON" userId="38afeec6-0d3e-4c0f-9f8c-4688d26da850" providerId="ADAL" clId="{C0A8078E-5C94-4558-95DA-2BE1DD063B3F}" dt="2026-03-17T10:31:47.557" v="370" actId="1076"/>
          <ac:spMkLst>
            <pc:docMk/>
            <pc:sldMk cId="3290557052" sldId="270"/>
            <ac:spMk id="37" creationId="{0CBAE929-2301-0D5B-EB5A-3FE9353CEA62}"/>
          </ac:spMkLst>
        </pc:spChg>
        <pc:spChg chg="add mod">
          <ac:chgData name="Alex FAMECHON" userId="38afeec6-0d3e-4c0f-9f8c-4688d26da850" providerId="ADAL" clId="{C0A8078E-5C94-4558-95DA-2BE1DD063B3F}" dt="2026-03-17T10:31:47.557" v="370" actId="1076"/>
          <ac:spMkLst>
            <pc:docMk/>
            <pc:sldMk cId="3290557052" sldId="270"/>
            <ac:spMk id="38" creationId="{E91904D6-B8D4-3776-0391-AF382C60CD79}"/>
          </ac:spMkLst>
        </pc:spChg>
        <pc:spChg chg="add mod">
          <ac:chgData name="Alex FAMECHON" userId="38afeec6-0d3e-4c0f-9f8c-4688d26da850" providerId="ADAL" clId="{C0A8078E-5C94-4558-95DA-2BE1DD063B3F}" dt="2026-03-17T10:38:18.638" v="764" actId="1076"/>
          <ac:spMkLst>
            <pc:docMk/>
            <pc:sldMk cId="3290557052" sldId="270"/>
            <ac:spMk id="39" creationId="{65DC1F6B-B601-FAF0-D404-66FB9E2FA5F4}"/>
          </ac:spMkLst>
        </pc:spChg>
        <pc:spChg chg="add mod">
          <ac:chgData name="Alex FAMECHON" userId="38afeec6-0d3e-4c0f-9f8c-4688d26da850" providerId="ADAL" clId="{C0A8078E-5C94-4558-95DA-2BE1DD063B3F}" dt="2026-03-17T10:31:47.557" v="370" actId="1076"/>
          <ac:spMkLst>
            <pc:docMk/>
            <pc:sldMk cId="3290557052" sldId="270"/>
            <ac:spMk id="40" creationId="{024875D7-8722-6EEF-E1EE-558659091A2B}"/>
          </ac:spMkLst>
        </pc:spChg>
        <pc:spChg chg="add mod">
          <ac:chgData name="Alex FAMECHON" userId="38afeec6-0d3e-4c0f-9f8c-4688d26da850" providerId="ADAL" clId="{C0A8078E-5C94-4558-95DA-2BE1DD063B3F}" dt="2026-03-17T10:33:41.139" v="472" actId="108"/>
          <ac:spMkLst>
            <pc:docMk/>
            <pc:sldMk cId="3290557052" sldId="270"/>
            <ac:spMk id="41" creationId="{F0712B8A-1325-34AD-2EBD-1802644D8FD7}"/>
          </ac:spMkLst>
        </pc:spChg>
        <pc:spChg chg="add mod">
          <ac:chgData name="Alex FAMECHON" userId="38afeec6-0d3e-4c0f-9f8c-4688d26da850" providerId="ADAL" clId="{C0A8078E-5C94-4558-95DA-2BE1DD063B3F}" dt="2026-03-17T10:38:23.383" v="767" actId="1076"/>
          <ac:spMkLst>
            <pc:docMk/>
            <pc:sldMk cId="3290557052" sldId="270"/>
            <ac:spMk id="42" creationId="{CD4309AF-F6B0-7017-DCC6-F8BE241F86C5}"/>
          </ac:spMkLst>
        </pc:spChg>
        <pc:spChg chg="mod">
          <ac:chgData name="Alex FAMECHON" userId="38afeec6-0d3e-4c0f-9f8c-4688d26da850" providerId="ADAL" clId="{C0A8078E-5C94-4558-95DA-2BE1DD063B3F}" dt="2026-03-17T10:28:05.254" v="278" actId="14100"/>
          <ac:spMkLst>
            <pc:docMk/>
            <pc:sldMk cId="3290557052" sldId="270"/>
            <ac:spMk id="43" creationId="{7F4ED974-CA52-B545-FF58-5044D94E583D}"/>
          </ac:spMkLst>
        </pc:spChg>
        <pc:spChg chg="add mod">
          <ac:chgData name="Alex FAMECHON" userId="38afeec6-0d3e-4c0f-9f8c-4688d26da850" providerId="ADAL" clId="{C0A8078E-5C94-4558-95DA-2BE1DD063B3F}" dt="2026-03-17T10:32:04.940" v="375" actId="1076"/>
          <ac:spMkLst>
            <pc:docMk/>
            <pc:sldMk cId="3290557052" sldId="270"/>
            <ac:spMk id="44" creationId="{EB019344-1236-3A71-7BFC-C9028F161CE9}"/>
          </ac:spMkLst>
        </pc:spChg>
        <pc:spChg chg="add mod">
          <ac:chgData name="Alex FAMECHON" userId="38afeec6-0d3e-4c0f-9f8c-4688d26da850" providerId="ADAL" clId="{C0A8078E-5C94-4558-95DA-2BE1DD063B3F}" dt="2026-03-17T10:32:04.940" v="375" actId="1076"/>
          <ac:spMkLst>
            <pc:docMk/>
            <pc:sldMk cId="3290557052" sldId="270"/>
            <ac:spMk id="45" creationId="{58416EB7-9F15-2D26-FF4A-79A16D7E6B62}"/>
          </ac:spMkLst>
        </pc:spChg>
        <pc:spChg chg="add mod">
          <ac:chgData name="Alex FAMECHON" userId="38afeec6-0d3e-4c0f-9f8c-4688d26da850" providerId="ADAL" clId="{C0A8078E-5C94-4558-95DA-2BE1DD063B3F}" dt="2026-03-17T10:32:04.940" v="375" actId="1076"/>
          <ac:spMkLst>
            <pc:docMk/>
            <pc:sldMk cId="3290557052" sldId="270"/>
            <ac:spMk id="46" creationId="{29412716-A6D0-9C10-74F0-BC9C4DC74407}"/>
          </ac:spMkLst>
        </pc:spChg>
        <pc:spChg chg="add mod">
          <ac:chgData name="Alex FAMECHON" userId="38afeec6-0d3e-4c0f-9f8c-4688d26da850" providerId="ADAL" clId="{C0A8078E-5C94-4558-95DA-2BE1DD063B3F}" dt="2026-03-17T10:38:29.967" v="768" actId="1076"/>
          <ac:spMkLst>
            <pc:docMk/>
            <pc:sldMk cId="3290557052" sldId="270"/>
            <ac:spMk id="47" creationId="{D19E0286-0ACA-3393-2EDE-8182A1891294}"/>
          </ac:spMkLst>
        </pc:spChg>
        <pc:spChg chg="add mod">
          <ac:chgData name="Alex FAMECHON" userId="38afeec6-0d3e-4c0f-9f8c-4688d26da850" providerId="ADAL" clId="{C0A8078E-5C94-4558-95DA-2BE1DD063B3F}" dt="2026-03-17T10:32:04.940" v="375" actId="1076"/>
          <ac:spMkLst>
            <pc:docMk/>
            <pc:sldMk cId="3290557052" sldId="270"/>
            <ac:spMk id="48" creationId="{71100D03-2D8F-F404-475E-64DCB7B2143A}"/>
          </ac:spMkLst>
        </pc:spChg>
        <pc:spChg chg="add mod">
          <ac:chgData name="Alex FAMECHON" userId="38afeec6-0d3e-4c0f-9f8c-4688d26da850" providerId="ADAL" clId="{C0A8078E-5C94-4558-95DA-2BE1DD063B3F}" dt="2026-03-17T10:36:39.619" v="759" actId="108"/>
          <ac:spMkLst>
            <pc:docMk/>
            <pc:sldMk cId="3290557052" sldId="270"/>
            <ac:spMk id="49" creationId="{00E50829-85BB-9CCC-ABC7-7AB06025326E}"/>
          </ac:spMkLst>
        </pc:spChg>
        <pc:spChg chg="add mod">
          <ac:chgData name="Alex FAMECHON" userId="38afeec6-0d3e-4c0f-9f8c-4688d26da850" providerId="ADAL" clId="{C0A8078E-5C94-4558-95DA-2BE1DD063B3F}" dt="2026-03-17T10:38:39.778" v="772" actId="1076"/>
          <ac:spMkLst>
            <pc:docMk/>
            <pc:sldMk cId="3290557052" sldId="270"/>
            <ac:spMk id="50" creationId="{5C2254A8-A3C3-C3DC-EACB-8BFDB88940DC}"/>
          </ac:spMkLst>
        </pc:spChg>
        <pc:spChg chg="add mod">
          <ac:chgData name="Alex FAMECHON" userId="38afeec6-0d3e-4c0f-9f8c-4688d26da850" providerId="ADAL" clId="{C0A8078E-5C94-4558-95DA-2BE1DD063B3F}" dt="2026-03-17T10:32:18.670" v="377" actId="1076"/>
          <ac:spMkLst>
            <pc:docMk/>
            <pc:sldMk cId="3290557052" sldId="270"/>
            <ac:spMk id="51" creationId="{2D052122-7670-8444-11CE-F1446D6F3063}"/>
          </ac:spMkLst>
        </pc:spChg>
        <pc:spChg chg="add mod">
          <ac:chgData name="Alex FAMECHON" userId="38afeec6-0d3e-4c0f-9f8c-4688d26da850" providerId="ADAL" clId="{C0A8078E-5C94-4558-95DA-2BE1DD063B3F}" dt="2026-03-17T10:32:18.670" v="377" actId="1076"/>
          <ac:spMkLst>
            <pc:docMk/>
            <pc:sldMk cId="3290557052" sldId="270"/>
            <ac:spMk id="52" creationId="{729EFD09-69C1-354F-7884-38BBE566AAEB}"/>
          </ac:spMkLst>
        </pc:spChg>
        <pc:spChg chg="add mod">
          <ac:chgData name="Alex FAMECHON" userId="38afeec6-0d3e-4c0f-9f8c-4688d26da850" providerId="ADAL" clId="{C0A8078E-5C94-4558-95DA-2BE1DD063B3F}" dt="2026-03-17T10:32:18.670" v="377" actId="1076"/>
          <ac:spMkLst>
            <pc:docMk/>
            <pc:sldMk cId="3290557052" sldId="270"/>
            <ac:spMk id="53" creationId="{8C14D036-0E02-ADF4-9445-A8C27B7A1FDB}"/>
          </ac:spMkLst>
        </pc:spChg>
        <pc:spChg chg="add mod">
          <ac:chgData name="Alex FAMECHON" userId="38afeec6-0d3e-4c0f-9f8c-4688d26da850" providerId="ADAL" clId="{C0A8078E-5C94-4558-95DA-2BE1DD063B3F}" dt="2026-03-17T10:38:49.288" v="773" actId="1076"/>
          <ac:spMkLst>
            <pc:docMk/>
            <pc:sldMk cId="3290557052" sldId="270"/>
            <ac:spMk id="54" creationId="{E251A6DC-DAC4-3B40-A2EA-24F240382210}"/>
          </ac:spMkLst>
        </pc:spChg>
        <pc:spChg chg="add mod">
          <ac:chgData name="Alex FAMECHON" userId="38afeec6-0d3e-4c0f-9f8c-4688d26da850" providerId="ADAL" clId="{C0A8078E-5C94-4558-95DA-2BE1DD063B3F}" dt="2026-03-17T10:32:18.670" v="377" actId="1076"/>
          <ac:spMkLst>
            <pc:docMk/>
            <pc:sldMk cId="3290557052" sldId="270"/>
            <ac:spMk id="55" creationId="{F17541BE-B008-F440-31FD-328251D10BDF}"/>
          </ac:spMkLst>
        </pc:spChg>
        <pc:spChg chg="add mod">
          <ac:chgData name="Alex FAMECHON" userId="38afeec6-0d3e-4c0f-9f8c-4688d26da850" providerId="ADAL" clId="{C0A8078E-5C94-4558-95DA-2BE1DD063B3F}" dt="2026-03-17T10:36:54.200" v="762" actId="108"/>
          <ac:spMkLst>
            <pc:docMk/>
            <pc:sldMk cId="3290557052" sldId="270"/>
            <ac:spMk id="56" creationId="{DB5AF619-3C67-33F5-AFE5-113F01FC58D6}"/>
          </ac:spMkLst>
        </pc:spChg>
      </pc:sldChg>
    </pc:docChg>
  </pc:docChgLst>
  <pc:docChgLst>
    <pc:chgData name="Ashley EDOH-OBUBE" userId="S::ashley.edoh-obube@efrei.net::87771241-1bda-4e03-b72a-1bd79232b473" providerId="AD" clId="Web-{2CA5E309-7087-24E5-6D2C-337D14FE3014}"/>
    <pc:docChg chg="modSld">
      <pc:chgData name="Ashley EDOH-OBUBE" userId="S::ashley.edoh-obube@efrei.net::87771241-1bda-4e03-b72a-1bd79232b473" providerId="AD" clId="Web-{2CA5E309-7087-24E5-6D2C-337D14FE3014}" dt="2026-03-17T10:20:03.130" v="307" actId="20577"/>
      <pc:docMkLst>
        <pc:docMk/>
      </pc:docMkLst>
      <pc:sldChg chg="addSp delSp modSp">
        <pc:chgData name="Ashley EDOH-OBUBE" userId="S::ashley.edoh-obube@efrei.net::87771241-1bda-4e03-b72a-1bd79232b473" providerId="AD" clId="Web-{2CA5E309-7087-24E5-6D2C-337D14FE3014}" dt="2026-03-17T10:20:03.130" v="307" actId="20577"/>
        <pc:sldMkLst>
          <pc:docMk/>
          <pc:sldMk cId="0" sldId="264"/>
        </pc:sldMkLst>
        <pc:spChg chg="mod">
          <ac:chgData name="Ashley EDOH-OBUBE" userId="S::ashley.edoh-obube@efrei.net::87771241-1bda-4e03-b72a-1bd79232b473" providerId="AD" clId="Web-{2CA5E309-7087-24E5-6D2C-337D14FE3014}" dt="2026-03-17T10:13:58.749" v="232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Ashley EDOH-OBUBE" userId="S::ashley.edoh-obube@efrei.net::87771241-1bda-4e03-b72a-1bd79232b473" providerId="AD" clId="Web-{2CA5E309-7087-24E5-6D2C-337D14FE3014}" dt="2026-03-17T10:13:58.765" v="233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shley EDOH-OBUBE" userId="S::ashley.edoh-obube@efrei.net::87771241-1bda-4e03-b72a-1bd79232b473" providerId="AD" clId="Web-{2CA5E309-7087-24E5-6D2C-337D14FE3014}" dt="2026-03-17T10:13:58.828" v="234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shley EDOH-OBUBE" userId="S::ashley.edoh-obube@efrei.net::87771241-1bda-4e03-b72a-1bd79232b473" providerId="AD" clId="Web-{2CA5E309-7087-24E5-6D2C-337D14FE3014}" dt="2026-03-17T10:13:58.843" v="235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shley EDOH-OBUBE" userId="S::ashley.edoh-obube@efrei.net::87771241-1bda-4e03-b72a-1bd79232b473" providerId="AD" clId="Web-{2CA5E309-7087-24E5-6D2C-337D14FE3014}" dt="2026-03-17T10:16:17.205" v="280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shley EDOH-OBUBE" userId="S::ashley.edoh-obube@efrei.net::87771241-1bda-4e03-b72a-1bd79232b473" providerId="AD" clId="Web-{2CA5E309-7087-24E5-6D2C-337D14FE3014}" dt="2026-03-17T10:13:58.890" v="237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shley EDOH-OBUBE" userId="S::ashley.edoh-obube@efrei.net::87771241-1bda-4e03-b72a-1bd79232b473" providerId="AD" clId="Web-{2CA5E309-7087-24E5-6D2C-337D14FE3014}" dt="2026-03-17T10:13:58.921" v="238" actId="1076"/>
          <ac:spMkLst>
            <pc:docMk/>
            <pc:sldMk cId="0" sldId="264"/>
            <ac:spMk id="15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90"/>
          <ac:spMkLst>
            <pc:docMk/>
            <pc:sldMk cId="0" sldId="264"/>
            <ac:spMk id="16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5.996" v="93"/>
          <ac:spMkLst>
            <pc:docMk/>
            <pc:sldMk cId="0" sldId="264"/>
            <ac:spMk id="17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9"/>
          <ac:spMkLst>
            <pc:docMk/>
            <pc:sldMk cId="0" sldId="264"/>
            <ac:spMk id="18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7"/>
          <ac:spMkLst>
            <pc:docMk/>
            <pc:sldMk cId="0" sldId="264"/>
            <ac:spMk id="20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6"/>
          <ac:spMkLst>
            <pc:docMk/>
            <pc:sldMk cId="0" sldId="264"/>
            <ac:spMk id="21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5"/>
          <ac:spMkLst>
            <pc:docMk/>
            <pc:sldMk cId="0" sldId="264"/>
            <ac:spMk id="22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4"/>
          <ac:spMkLst>
            <pc:docMk/>
            <pc:sldMk cId="0" sldId="264"/>
            <ac:spMk id="23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5.996" v="92"/>
          <ac:spMkLst>
            <pc:docMk/>
            <pc:sldMk cId="0" sldId="264"/>
            <ac:spMk id="24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3"/>
          <ac:spMkLst>
            <pc:docMk/>
            <pc:sldMk cId="0" sldId="264"/>
            <ac:spMk id="25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2"/>
          <ac:spMkLst>
            <pc:docMk/>
            <pc:sldMk cId="0" sldId="264"/>
            <ac:spMk id="26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1"/>
          <ac:spMkLst>
            <pc:docMk/>
            <pc:sldMk cId="0" sldId="264"/>
            <ac:spMk id="27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80"/>
          <ac:spMkLst>
            <pc:docMk/>
            <pc:sldMk cId="0" sldId="264"/>
            <ac:spMk id="28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9"/>
          <ac:spMkLst>
            <pc:docMk/>
            <pc:sldMk cId="0" sldId="264"/>
            <ac:spMk id="29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5.996" v="91"/>
          <ac:spMkLst>
            <pc:docMk/>
            <pc:sldMk cId="0" sldId="264"/>
            <ac:spMk id="31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7"/>
          <ac:spMkLst>
            <pc:docMk/>
            <pc:sldMk cId="0" sldId="264"/>
            <ac:spMk id="32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6"/>
          <ac:spMkLst>
            <pc:docMk/>
            <pc:sldMk cId="0" sldId="264"/>
            <ac:spMk id="33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5"/>
          <ac:spMkLst>
            <pc:docMk/>
            <pc:sldMk cId="0" sldId="264"/>
            <ac:spMk id="34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4"/>
          <ac:spMkLst>
            <pc:docMk/>
            <pc:sldMk cId="0" sldId="264"/>
            <ac:spMk id="35" creationId="{00000000-0000-0000-0000-000000000000}"/>
          </ac:spMkLst>
        </pc:spChg>
        <pc:spChg chg="del">
          <ac:chgData name="Ashley EDOH-OBUBE" userId="S::ashley.edoh-obube@efrei.net::87771241-1bda-4e03-b72a-1bd79232b473" providerId="AD" clId="Web-{2CA5E309-7087-24E5-6D2C-337D14FE3014}" dt="2026-03-17T10:11:21.964" v="73"/>
          <ac:spMkLst>
            <pc:docMk/>
            <pc:sldMk cId="0" sldId="264"/>
            <ac:spMk id="36" creationId="{00000000-0000-0000-0000-000000000000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38.762" v="107"/>
          <ac:spMkLst>
            <pc:docMk/>
            <pc:sldMk cId="0" sldId="264"/>
            <ac:spMk id="46" creationId="{75D1D702-5164-DBC3-8E29-37999C5FFAED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1:38.762" v="106"/>
          <ac:spMkLst>
            <pc:docMk/>
            <pc:sldMk cId="0" sldId="264"/>
            <ac:spMk id="47" creationId="{1A7D08A4-DDD4-9282-C946-6D0A6B2C5846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1:38.762" v="105"/>
          <ac:spMkLst>
            <pc:docMk/>
            <pc:sldMk cId="0" sldId="264"/>
            <ac:spMk id="48" creationId="{854DC87B-447E-AA15-098C-97016B7E0F1B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1:38.762" v="104"/>
          <ac:spMkLst>
            <pc:docMk/>
            <pc:sldMk cId="0" sldId="264"/>
            <ac:spMk id="49" creationId="{36322C4C-BBC0-538C-5C88-681AF42DADED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1:38.762" v="103"/>
          <ac:spMkLst>
            <pc:docMk/>
            <pc:sldMk cId="0" sldId="264"/>
            <ac:spMk id="50" creationId="{1589BC9C-4D69-80B4-98CB-FA9529DE029B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1:38.762" v="102"/>
          <ac:spMkLst>
            <pc:docMk/>
            <pc:sldMk cId="0" sldId="264"/>
            <ac:spMk id="51" creationId="{C311051F-5A1C-97CD-9F6D-6C96C75DD2E3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50.793" v="131"/>
          <ac:spMkLst>
            <pc:docMk/>
            <pc:sldMk cId="0" sldId="264"/>
            <ac:spMk id="52" creationId="{3A3BFB88-D451-7672-722A-220C7F772CA5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50.793" v="130"/>
          <ac:spMkLst>
            <pc:docMk/>
            <pc:sldMk cId="0" sldId="264"/>
            <ac:spMk id="53" creationId="{9587420F-4D6D-7CD6-3A4B-0B5CD34C273A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50.793" v="129"/>
          <ac:spMkLst>
            <pc:docMk/>
            <pc:sldMk cId="0" sldId="264"/>
            <ac:spMk id="54" creationId="{6399AB48-FC7C-7F4C-1981-E3C75E15FF1C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50.793" v="128"/>
          <ac:spMkLst>
            <pc:docMk/>
            <pc:sldMk cId="0" sldId="264"/>
            <ac:spMk id="55" creationId="{D67BADA9-72CB-3D6C-2CCC-C8F974D79667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50.793" v="127"/>
          <ac:spMkLst>
            <pc:docMk/>
            <pc:sldMk cId="0" sldId="264"/>
            <ac:spMk id="56" creationId="{54FC7BD3-EF1B-211C-407D-4F66A868DE36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1:50.793" v="126"/>
          <ac:spMkLst>
            <pc:docMk/>
            <pc:sldMk cId="0" sldId="264"/>
            <ac:spMk id="57" creationId="{67B4E190-35D3-E87D-400C-DAD50A6866D7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43.110" v="253" actId="1076"/>
          <ac:spMkLst>
            <pc:docMk/>
            <pc:sldMk cId="0" sldId="264"/>
            <ac:spMk id="58" creationId="{F9902E3C-77CD-E1E1-10F9-8A094472D349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43.125" v="254" actId="1076"/>
          <ac:spMkLst>
            <pc:docMk/>
            <pc:sldMk cId="0" sldId="264"/>
            <ac:spMk id="59" creationId="{BE3E87BE-4954-DE5D-5AF0-8F924E5C0287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43.157" v="255" actId="1076"/>
          <ac:spMkLst>
            <pc:docMk/>
            <pc:sldMk cId="0" sldId="264"/>
            <ac:spMk id="60" creationId="{19BFFAF6-CBF6-08B9-88B2-6B070F7847CE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43.172" v="256" actId="1076"/>
          <ac:spMkLst>
            <pc:docMk/>
            <pc:sldMk cId="0" sldId="264"/>
            <ac:spMk id="61" creationId="{1BCFE7C8-0934-B8FB-8F25-39A4C1FCEF9A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6:10.064" v="279" actId="20577"/>
          <ac:spMkLst>
            <pc:docMk/>
            <pc:sldMk cId="0" sldId="264"/>
            <ac:spMk id="62" creationId="{A0C5DA54-364F-8B9A-2724-FB8CC306354D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20:03.130" v="307" actId="20577"/>
          <ac:spMkLst>
            <pc:docMk/>
            <pc:sldMk cId="0" sldId="264"/>
            <ac:spMk id="63" creationId="{6E011CF9-9BCC-E2A4-FDBC-E3B85D841E03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43.250" v="259" actId="1076"/>
          <ac:spMkLst>
            <pc:docMk/>
            <pc:sldMk cId="0" sldId="264"/>
            <ac:spMk id="64" creationId="{21E6BA98-402B-FC4F-84FD-57F93F1FB9A8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34.110" v="246" actId="1076"/>
          <ac:spMkLst>
            <pc:docMk/>
            <pc:sldMk cId="0" sldId="264"/>
            <ac:spMk id="65" creationId="{BE1E5F42-339D-A7AE-6952-C1139AB57C96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34.141" v="247" actId="1076"/>
          <ac:spMkLst>
            <pc:docMk/>
            <pc:sldMk cId="0" sldId="264"/>
            <ac:spMk id="66" creationId="{392DD3A0-FF2E-F924-BD39-E6EEF32A04B8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34.172" v="248" actId="1076"/>
          <ac:spMkLst>
            <pc:docMk/>
            <pc:sldMk cId="0" sldId="264"/>
            <ac:spMk id="67" creationId="{0B67DEC5-2A62-3060-3D79-A955098CBBA3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34.203" v="249" actId="1076"/>
          <ac:spMkLst>
            <pc:docMk/>
            <pc:sldMk cId="0" sldId="264"/>
            <ac:spMk id="68" creationId="{55D1556C-9225-EF24-4FAE-9C83F5D7FBB8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6:04.611" v="278" actId="20577"/>
          <ac:spMkLst>
            <pc:docMk/>
            <pc:sldMk cId="0" sldId="264"/>
            <ac:spMk id="69" creationId="{4DE17A05-13DB-EB71-A5AB-2CB331B43DF7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8:51.223" v="285" actId="20577"/>
          <ac:spMkLst>
            <pc:docMk/>
            <pc:sldMk cId="0" sldId="264"/>
            <ac:spMk id="70" creationId="{214CA548-46A3-85B7-6DEC-BAF5E3C7BEC4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9:55.583" v="300" actId="20577"/>
          <ac:spMkLst>
            <pc:docMk/>
            <pc:sldMk cId="0" sldId="264"/>
            <ac:spMk id="71" creationId="{1A0A6A54-0CA0-5D74-956E-CE6010F7BBD7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24.375" v="239" actId="1076"/>
          <ac:spMkLst>
            <pc:docMk/>
            <pc:sldMk cId="0" sldId="264"/>
            <ac:spMk id="72" creationId="{C2854DFD-BFA9-1B3C-97E5-6303B3B72972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24.406" v="240" actId="1076"/>
          <ac:spMkLst>
            <pc:docMk/>
            <pc:sldMk cId="0" sldId="264"/>
            <ac:spMk id="73" creationId="{F347F11B-D842-1E55-B5C9-3CE691E424A6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24.453" v="241" actId="1076"/>
          <ac:spMkLst>
            <pc:docMk/>
            <pc:sldMk cId="0" sldId="264"/>
            <ac:spMk id="74" creationId="{30BEB007-0AC4-4D85-B4F7-687845575728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4:24.484" v="242" actId="1076"/>
          <ac:spMkLst>
            <pc:docMk/>
            <pc:sldMk cId="0" sldId="264"/>
            <ac:spMk id="75" creationId="{6AD80DEE-6D2A-CFAC-C2BD-F62CEEA550E9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6:24.800" v="281" actId="20577"/>
          <ac:spMkLst>
            <pc:docMk/>
            <pc:sldMk cId="0" sldId="264"/>
            <ac:spMk id="76" creationId="{0B170896-6059-26F0-D0BB-4FDE84552BA5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9:04.395" v="288" actId="20577"/>
          <ac:spMkLst>
            <pc:docMk/>
            <pc:sldMk cId="0" sldId="264"/>
            <ac:spMk id="77" creationId="{1684265C-0C77-CE64-DF23-532BC7DD4BE9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9:41.209" v="297" actId="20577"/>
          <ac:spMkLst>
            <pc:docMk/>
            <pc:sldMk cId="0" sldId="264"/>
            <ac:spMk id="78" creationId="{AF8962E8-AA49-16F2-02FF-ED30638EA88E}"/>
          </ac:spMkLst>
        </pc:spChg>
        <pc:spChg chg="add del mod">
          <ac:chgData name="Ashley EDOH-OBUBE" userId="S::ashley.edoh-obube@efrei.net::87771241-1bda-4e03-b72a-1bd79232b473" providerId="AD" clId="Web-{2CA5E309-7087-24E5-6D2C-337D14FE3014}" dt="2026-03-17T10:12:44.357" v="189"/>
          <ac:spMkLst>
            <pc:docMk/>
            <pc:sldMk cId="0" sldId="264"/>
            <ac:spMk id="79" creationId="{4B36BDF5-F4E0-4B53-F11E-51A54659347A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2:44.357" v="188"/>
          <ac:spMkLst>
            <pc:docMk/>
            <pc:sldMk cId="0" sldId="264"/>
            <ac:spMk id="80" creationId="{CAD83875-E0E7-5F6C-7B71-0CD30B7B12ED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2:44.357" v="187"/>
          <ac:spMkLst>
            <pc:docMk/>
            <pc:sldMk cId="0" sldId="264"/>
            <ac:spMk id="81" creationId="{FA95F30B-084F-1D4B-17B8-9FC679DF8471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2:44.357" v="186"/>
          <ac:spMkLst>
            <pc:docMk/>
            <pc:sldMk cId="0" sldId="264"/>
            <ac:spMk id="82" creationId="{98B22F7C-2A37-FDF7-87D0-36F741109467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2:44.357" v="185"/>
          <ac:spMkLst>
            <pc:docMk/>
            <pc:sldMk cId="0" sldId="264"/>
            <ac:spMk id="83" creationId="{7B077E71-31ED-8784-8F24-BFE0B9EA08F0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2:44.357" v="184"/>
          <ac:spMkLst>
            <pc:docMk/>
            <pc:sldMk cId="0" sldId="264"/>
            <ac:spMk id="84" creationId="{1F593E81-286B-1B03-1F5B-FC7106B9FF91}"/>
          </ac:spMkLst>
        </pc:spChg>
        <pc:spChg chg="add del">
          <ac:chgData name="Ashley EDOH-OBUBE" userId="S::ashley.edoh-obube@efrei.net::87771241-1bda-4e03-b72a-1bd79232b473" providerId="AD" clId="Web-{2CA5E309-7087-24E5-6D2C-337D14FE3014}" dt="2026-03-17T10:12:44.357" v="183"/>
          <ac:spMkLst>
            <pc:docMk/>
            <pc:sldMk cId="0" sldId="264"/>
            <ac:spMk id="85" creationId="{1AB9D293-8819-2096-1D0D-8714F401D51F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2:58.154" v="197" actId="1076"/>
          <ac:spMkLst>
            <pc:docMk/>
            <pc:sldMk cId="0" sldId="264"/>
            <ac:spMk id="86" creationId="{66BBA231-421D-ADCA-6FAE-EA0570B925AE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2:58.186" v="198" actId="1076"/>
          <ac:spMkLst>
            <pc:docMk/>
            <pc:sldMk cId="0" sldId="264"/>
            <ac:spMk id="87" creationId="{D0207FFE-24D2-E39A-A999-39FD5E83F869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2:58.217" v="199" actId="1076"/>
          <ac:spMkLst>
            <pc:docMk/>
            <pc:sldMk cId="0" sldId="264"/>
            <ac:spMk id="88" creationId="{7025A799-EDB6-C598-ABE8-F42A9259E69C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2:58.232" v="200" actId="1076"/>
          <ac:spMkLst>
            <pc:docMk/>
            <pc:sldMk cId="0" sldId="264"/>
            <ac:spMk id="89" creationId="{E28C387D-925A-D3DC-490F-7B0218419F07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6:31.440" v="282" actId="20577"/>
          <ac:spMkLst>
            <pc:docMk/>
            <pc:sldMk cId="0" sldId="264"/>
            <ac:spMk id="90" creationId="{77C88A2B-93AD-C974-B815-A438DA349A16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9:16.802" v="291" actId="20577"/>
          <ac:spMkLst>
            <pc:docMk/>
            <pc:sldMk cId="0" sldId="264"/>
            <ac:spMk id="91" creationId="{52A61E56-E363-8070-1599-43D944CD8FF4}"/>
          </ac:spMkLst>
        </pc:spChg>
        <pc:spChg chg="add mod">
          <ac:chgData name="Ashley EDOH-OBUBE" userId="S::ashley.edoh-obube@efrei.net::87771241-1bda-4e03-b72a-1bd79232b473" providerId="AD" clId="Web-{2CA5E309-7087-24E5-6D2C-337D14FE3014}" dt="2026-03-17T10:19:28.349" v="294" actId="20577"/>
          <ac:spMkLst>
            <pc:docMk/>
            <pc:sldMk cId="0" sldId="264"/>
            <ac:spMk id="92" creationId="{A51F4A86-D6CA-28CE-3D0F-B1E75D7E1A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245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D416-C98B-2A43-AA6D-7EBED2CD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3E15E-66B8-B787-F23C-AC038FF35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FED7A-3136-F4C9-5124-85025732A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7C04B-5D0A-D9AB-0462-8FC43A8A8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99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EEDC-BD8B-0B5A-5396-581A184A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1DC64-702B-8320-818C-AAF4445EF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F3FCF-A096-63C6-5415-E096E32E9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18D98-79D1-EC29-14F5-3C6B97258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86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852160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272784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693408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114032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534656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955280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375904" y="274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852160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72784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693408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114032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534656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375904" y="1417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852160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272784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693408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114032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534656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955280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375904" y="2560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852160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272784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693408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114032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534656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955280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375904" y="3703320"/>
            <a:ext cx="329184" cy="777240"/>
          </a:xfrm>
          <a:prstGeom prst="rect">
            <a:avLst/>
          </a:prstGeom>
          <a:solidFill>
            <a:srgbClr val="1A4A8A">
              <a:alpha val="28000"/>
            </a:srgbClr>
          </a:solidFill>
          <a:ln w="5080">
            <a:solidFill>
              <a:srgbClr val="0891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28600" y="658368"/>
            <a:ext cx="21031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28600" y="658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0A1628"/>
                </a:solidFill>
              </a:rPr>
              <a:t>SÉANCE 4 — ÉVALUATION FINALE</a:t>
            </a:r>
            <a:endParaRPr lang="en-US" sz="700"/>
          </a:p>
        </p:txBody>
      </p:sp>
      <p:sp>
        <p:nvSpPr>
          <p:cNvPr id="34" name="Text 32"/>
          <p:cNvSpPr/>
          <p:nvPr/>
        </p:nvSpPr>
        <p:spPr>
          <a:xfrm>
            <a:off x="228600" y="105156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Sobriété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3600"/>
          </a:p>
        </p:txBody>
      </p:sp>
      <p:sp>
        <p:nvSpPr>
          <p:cNvPr id="35" name="Text 33"/>
          <p:cNvSpPr/>
          <p:nvPr/>
        </p:nvSpPr>
        <p:spPr>
          <a:xfrm>
            <a:off x="228600" y="24231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endParaRPr lang="en-US" sz="3600"/>
          </a:p>
        </p:txBody>
      </p:sp>
      <p:sp>
        <p:nvSpPr>
          <p:cNvPr id="36" name="Text 34"/>
          <p:cNvSpPr/>
          <p:nvPr/>
        </p:nvSpPr>
        <p:spPr>
          <a:xfrm>
            <a:off x="228600" y="3108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Concilier croissance cloud et réduction d'impact environnemental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structuré sur 24 mois — 3 leviers opérationnels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228600" y="3913632"/>
            <a:ext cx="5303520" cy="182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28600" y="40050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A8C8"/>
                </a:solidFill>
              </a:rPr>
              <a:t>Groupe 2  ·  EFREI Paris  ·  2026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891B2"/>
                </a:solidFill>
              </a:rPr>
              <a:t>SOMMAIRE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82233" y="749808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797814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50976" y="83210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05" name="Shape 2">
            <a:extLst>
              <a:ext uri="{FF2B5EF4-FFF2-40B4-BE49-F238E27FC236}">
                <a16:creationId xmlns:a16="http://schemas.microsoft.com/office/drawing/2014/main" id="{D67782D0-FDD3-F016-1E4C-1A264AC9B0BA}"/>
              </a:ext>
            </a:extLst>
          </p:cNvPr>
          <p:cNvSpPr/>
          <p:nvPr/>
        </p:nvSpPr>
        <p:spPr>
          <a:xfrm>
            <a:off x="4754882" y="74980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6" name="Shape 3">
            <a:extLst>
              <a:ext uri="{FF2B5EF4-FFF2-40B4-BE49-F238E27FC236}">
                <a16:creationId xmlns:a16="http://schemas.microsoft.com/office/drawing/2014/main" id="{1F83D0B8-10D7-7AF8-4BF9-E3F900E48CA8}"/>
              </a:ext>
            </a:extLst>
          </p:cNvPr>
          <p:cNvSpPr/>
          <p:nvPr/>
        </p:nvSpPr>
        <p:spPr>
          <a:xfrm>
            <a:off x="4762795" y="749808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4692FB44-6AB8-E6AF-2BEA-5B44DD795461}"/>
              </a:ext>
            </a:extLst>
          </p:cNvPr>
          <p:cNvSpPr/>
          <p:nvPr/>
        </p:nvSpPr>
        <p:spPr>
          <a:xfrm>
            <a:off x="4846322" y="797814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08" name="Text 5">
            <a:extLst>
              <a:ext uri="{FF2B5EF4-FFF2-40B4-BE49-F238E27FC236}">
                <a16:creationId xmlns:a16="http://schemas.microsoft.com/office/drawing/2014/main" id="{D3277F3C-B2CE-9133-DE61-428F7C6B81E3}"/>
              </a:ext>
            </a:extLst>
          </p:cNvPr>
          <p:cNvSpPr/>
          <p:nvPr/>
        </p:nvSpPr>
        <p:spPr>
          <a:xfrm>
            <a:off x="5431538" y="83210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09" name="Shape 2">
            <a:extLst>
              <a:ext uri="{FF2B5EF4-FFF2-40B4-BE49-F238E27FC236}">
                <a16:creationId xmlns:a16="http://schemas.microsoft.com/office/drawing/2014/main" id="{135ACA20-9767-E356-E9AA-AD26656FCC58}"/>
              </a:ext>
            </a:extLst>
          </p:cNvPr>
          <p:cNvSpPr/>
          <p:nvPr/>
        </p:nvSpPr>
        <p:spPr>
          <a:xfrm>
            <a:off x="282233" y="1335024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0" name="Shape 3">
            <a:extLst>
              <a:ext uri="{FF2B5EF4-FFF2-40B4-BE49-F238E27FC236}">
                <a16:creationId xmlns:a16="http://schemas.microsoft.com/office/drawing/2014/main" id="{5F14109F-F7D9-2A0C-6E75-21D476078A87}"/>
              </a:ext>
            </a:extLst>
          </p:cNvPr>
          <p:cNvSpPr/>
          <p:nvPr/>
        </p:nvSpPr>
        <p:spPr>
          <a:xfrm>
            <a:off x="282233" y="1335024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CEC5FEE3-3A13-C8F3-91A2-F8728396E25E}"/>
              </a:ext>
            </a:extLst>
          </p:cNvPr>
          <p:cNvSpPr/>
          <p:nvPr/>
        </p:nvSpPr>
        <p:spPr>
          <a:xfrm>
            <a:off x="373673" y="1383030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12" name="Text 5">
            <a:extLst>
              <a:ext uri="{FF2B5EF4-FFF2-40B4-BE49-F238E27FC236}">
                <a16:creationId xmlns:a16="http://schemas.microsoft.com/office/drawing/2014/main" id="{F24E9E8A-BC9E-7085-8A01-44733A89E6F6}"/>
              </a:ext>
            </a:extLst>
          </p:cNvPr>
          <p:cNvSpPr/>
          <p:nvPr/>
        </p:nvSpPr>
        <p:spPr>
          <a:xfrm>
            <a:off x="958889" y="141732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/>
              <a:t>Diagnostic environnemental</a:t>
            </a:r>
            <a:endParaRPr lang="en-US" sz="1100"/>
          </a:p>
        </p:txBody>
      </p:sp>
      <p:sp>
        <p:nvSpPr>
          <p:cNvPr id="113" name="Shape 2">
            <a:extLst>
              <a:ext uri="{FF2B5EF4-FFF2-40B4-BE49-F238E27FC236}">
                <a16:creationId xmlns:a16="http://schemas.microsoft.com/office/drawing/2014/main" id="{89D635C6-AF29-2E39-8464-133BEE507B18}"/>
              </a:ext>
            </a:extLst>
          </p:cNvPr>
          <p:cNvSpPr/>
          <p:nvPr/>
        </p:nvSpPr>
        <p:spPr>
          <a:xfrm>
            <a:off x="290146" y="1920240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4" name="Shape 3">
            <a:extLst>
              <a:ext uri="{FF2B5EF4-FFF2-40B4-BE49-F238E27FC236}">
                <a16:creationId xmlns:a16="http://schemas.microsoft.com/office/drawing/2014/main" id="{240B6C63-F833-5F4B-926B-869F6AF700CA}"/>
              </a:ext>
            </a:extLst>
          </p:cNvPr>
          <p:cNvSpPr/>
          <p:nvPr/>
        </p:nvSpPr>
        <p:spPr>
          <a:xfrm>
            <a:off x="279595" y="1920240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Text 4">
            <a:extLst>
              <a:ext uri="{FF2B5EF4-FFF2-40B4-BE49-F238E27FC236}">
                <a16:creationId xmlns:a16="http://schemas.microsoft.com/office/drawing/2014/main" id="{038EA4AF-5F7B-E2D0-425E-100F4AEB1214}"/>
              </a:ext>
            </a:extLst>
          </p:cNvPr>
          <p:cNvSpPr/>
          <p:nvPr/>
        </p:nvSpPr>
        <p:spPr>
          <a:xfrm>
            <a:off x="381586" y="1968246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C65CE6BA-F424-2BF2-B9C0-E6F412430DD7}"/>
              </a:ext>
            </a:extLst>
          </p:cNvPr>
          <p:cNvSpPr/>
          <p:nvPr/>
        </p:nvSpPr>
        <p:spPr>
          <a:xfrm>
            <a:off x="966802" y="2002536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/>
              <a:t>Cadre réglementaire</a:t>
            </a:r>
            <a:endParaRPr lang="en-US" sz="1100"/>
          </a:p>
        </p:txBody>
      </p:sp>
      <p:sp>
        <p:nvSpPr>
          <p:cNvPr id="117" name="Shape 2">
            <a:extLst>
              <a:ext uri="{FF2B5EF4-FFF2-40B4-BE49-F238E27FC236}">
                <a16:creationId xmlns:a16="http://schemas.microsoft.com/office/drawing/2014/main" id="{45CB7C9F-A9A1-6EC2-7BD6-BA9B7B195674}"/>
              </a:ext>
            </a:extLst>
          </p:cNvPr>
          <p:cNvSpPr/>
          <p:nvPr/>
        </p:nvSpPr>
        <p:spPr>
          <a:xfrm>
            <a:off x="305972" y="2496312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8" name="Shape 3">
            <a:extLst>
              <a:ext uri="{FF2B5EF4-FFF2-40B4-BE49-F238E27FC236}">
                <a16:creationId xmlns:a16="http://schemas.microsoft.com/office/drawing/2014/main" id="{A93A340E-8EEA-F019-B640-B10EF2DBDAED}"/>
              </a:ext>
            </a:extLst>
          </p:cNvPr>
          <p:cNvSpPr/>
          <p:nvPr/>
        </p:nvSpPr>
        <p:spPr>
          <a:xfrm>
            <a:off x="275638" y="2499829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Text 4">
            <a:extLst>
              <a:ext uri="{FF2B5EF4-FFF2-40B4-BE49-F238E27FC236}">
                <a16:creationId xmlns:a16="http://schemas.microsoft.com/office/drawing/2014/main" id="{685D052C-FB69-605C-0FD9-37B3F03C9FDF}"/>
              </a:ext>
            </a:extLst>
          </p:cNvPr>
          <p:cNvSpPr/>
          <p:nvPr/>
        </p:nvSpPr>
        <p:spPr>
          <a:xfrm>
            <a:off x="389499" y="2553462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20" name="Text 5">
            <a:extLst>
              <a:ext uri="{FF2B5EF4-FFF2-40B4-BE49-F238E27FC236}">
                <a16:creationId xmlns:a16="http://schemas.microsoft.com/office/drawing/2014/main" id="{81838636-011D-7454-785C-90255E58FB2B}"/>
              </a:ext>
            </a:extLst>
          </p:cNvPr>
          <p:cNvSpPr/>
          <p:nvPr/>
        </p:nvSpPr>
        <p:spPr>
          <a:xfrm>
            <a:off x="974715" y="258775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21" name="Shape 2">
            <a:extLst>
              <a:ext uri="{FF2B5EF4-FFF2-40B4-BE49-F238E27FC236}">
                <a16:creationId xmlns:a16="http://schemas.microsoft.com/office/drawing/2014/main" id="{785F2452-43EE-04B8-89F2-3FB576237767}"/>
              </a:ext>
            </a:extLst>
          </p:cNvPr>
          <p:cNvSpPr/>
          <p:nvPr/>
        </p:nvSpPr>
        <p:spPr>
          <a:xfrm>
            <a:off x="282233" y="3090672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2" name="Shape 3">
            <a:extLst>
              <a:ext uri="{FF2B5EF4-FFF2-40B4-BE49-F238E27FC236}">
                <a16:creationId xmlns:a16="http://schemas.microsoft.com/office/drawing/2014/main" id="{5A109EEB-A2C9-922C-64F5-34C488BFABB7}"/>
              </a:ext>
            </a:extLst>
          </p:cNvPr>
          <p:cNvSpPr/>
          <p:nvPr/>
        </p:nvSpPr>
        <p:spPr>
          <a:xfrm>
            <a:off x="282232" y="3094189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Text 4">
            <a:extLst>
              <a:ext uri="{FF2B5EF4-FFF2-40B4-BE49-F238E27FC236}">
                <a16:creationId xmlns:a16="http://schemas.microsoft.com/office/drawing/2014/main" id="{60C7349F-FED8-57B4-42B6-07D133CC7713}"/>
              </a:ext>
            </a:extLst>
          </p:cNvPr>
          <p:cNvSpPr/>
          <p:nvPr/>
        </p:nvSpPr>
        <p:spPr>
          <a:xfrm>
            <a:off x="373673" y="3138678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24" name="Text 5">
            <a:extLst>
              <a:ext uri="{FF2B5EF4-FFF2-40B4-BE49-F238E27FC236}">
                <a16:creationId xmlns:a16="http://schemas.microsoft.com/office/drawing/2014/main" id="{C3A18BE0-3B28-96A4-9481-446CF335F44A}"/>
              </a:ext>
            </a:extLst>
          </p:cNvPr>
          <p:cNvSpPr/>
          <p:nvPr/>
        </p:nvSpPr>
        <p:spPr>
          <a:xfrm>
            <a:off x="958889" y="3172968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25" name="Shape 2">
            <a:extLst>
              <a:ext uri="{FF2B5EF4-FFF2-40B4-BE49-F238E27FC236}">
                <a16:creationId xmlns:a16="http://schemas.microsoft.com/office/drawing/2014/main" id="{F0BA0297-761D-7333-99DB-ED38E6A7D3E9}"/>
              </a:ext>
            </a:extLst>
          </p:cNvPr>
          <p:cNvSpPr/>
          <p:nvPr/>
        </p:nvSpPr>
        <p:spPr>
          <a:xfrm>
            <a:off x="282233" y="367588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6" name="Shape 3">
            <a:extLst>
              <a:ext uri="{FF2B5EF4-FFF2-40B4-BE49-F238E27FC236}">
                <a16:creationId xmlns:a16="http://schemas.microsoft.com/office/drawing/2014/main" id="{314F4C4D-4AF2-AD49-4870-D70E99CBC964}"/>
              </a:ext>
            </a:extLst>
          </p:cNvPr>
          <p:cNvSpPr/>
          <p:nvPr/>
        </p:nvSpPr>
        <p:spPr>
          <a:xfrm>
            <a:off x="280914" y="3670261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7" name="Text 4">
            <a:extLst>
              <a:ext uri="{FF2B5EF4-FFF2-40B4-BE49-F238E27FC236}">
                <a16:creationId xmlns:a16="http://schemas.microsoft.com/office/drawing/2014/main" id="{AF0C5398-C5EB-6E63-2591-47D1EC7F3E68}"/>
              </a:ext>
            </a:extLst>
          </p:cNvPr>
          <p:cNvSpPr/>
          <p:nvPr/>
        </p:nvSpPr>
        <p:spPr>
          <a:xfrm>
            <a:off x="373673" y="3723894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28" name="Text 5">
            <a:extLst>
              <a:ext uri="{FF2B5EF4-FFF2-40B4-BE49-F238E27FC236}">
                <a16:creationId xmlns:a16="http://schemas.microsoft.com/office/drawing/2014/main" id="{16A6E350-5B5D-090C-6502-FDDBE73E4B63}"/>
              </a:ext>
            </a:extLst>
          </p:cNvPr>
          <p:cNvSpPr/>
          <p:nvPr/>
        </p:nvSpPr>
        <p:spPr>
          <a:xfrm>
            <a:off x="958889" y="375818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29" name="Shape 2">
            <a:extLst>
              <a:ext uri="{FF2B5EF4-FFF2-40B4-BE49-F238E27FC236}">
                <a16:creationId xmlns:a16="http://schemas.microsoft.com/office/drawing/2014/main" id="{FE8084DF-0CDF-2469-170F-DA2BA1F81719}"/>
              </a:ext>
            </a:extLst>
          </p:cNvPr>
          <p:cNvSpPr/>
          <p:nvPr/>
        </p:nvSpPr>
        <p:spPr>
          <a:xfrm>
            <a:off x="282233" y="4261104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0" name="Shape 3">
            <a:extLst>
              <a:ext uri="{FF2B5EF4-FFF2-40B4-BE49-F238E27FC236}">
                <a16:creationId xmlns:a16="http://schemas.microsoft.com/office/drawing/2014/main" id="{012FF2C0-B414-6346-29E1-B3CB27C55765}"/>
              </a:ext>
            </a:extLst>
          </p:cNvPr>
          <p:cNvSpPr/>
          <p:nvPr/>
        </p:nvSpPr>
        <p:spPr>
          <a:xfrm>
            <a:off x="283551" y="4261104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1" name="Text 4">
            <a:extLst>
              <a:ext uri="{FF2B5EF4-FFF2-40B4-BE49-F238E27FC236}">
                <a16:creationId xmlns:a16="http://schemas.microsoft.com/office/drawing/2014/main" id="{B1FD2FDA-2901-9086-C4E6-04B7BE3DF569}"/>
              </a:ext>
            </a:extLst>
          </p:cNvPr>
          <p:cNvSpPr/>
          <p:nvPr/>
        </p:nvSpPr>
        <p:spPr>
          <a:xfrm>
            <a:off x="373673" y="4309110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32" name="Text 5">
            <a:extLst>
              <a:ext uri="{FF2B5EF4-FFF2-40B4-BE49-F238E27FC236}">
                <a16:creationId xmlns:a16="http://schemas.microsoft.com/office/drawing/2014/main" id="{C7970373-A7C7-C929-B17A-5610AEFD2869}"/>
              </a:ext>
            </a:extLst>
          </p:cNvPr>
          <p:cNvSpPr/>
          <p:nvPr/>
        </p:nvSpPr>
        <p:spPr>
          <a:xfrm>
            <a:off x="958889" y="434340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33" name="Shape 2">
            <a:extLst>
              <a:ext uri="{FF2B5EF4-FFF2-40B4-BE49-F238E27FC236}">
                <a16:creationId xmlns:a16="http://schemas.microsoft.com/office/drawing/2014/main" id="{5095E4AF-B0E5-D3AE-6D2D-D35E5DDB4A48}"/>
              </a:ext>
            </a:extLst>
          </p:cNvPr>
          <p:cNvSpPr/>
          <p:nvPr/>
        </p:nvSpPr>
        <p:spPr>
          <a:xfrm>
            <a:off x="4754882" y="1335727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4" name="Shape 3">
            <a:extLst>
              <a:ext uri="{FF2B5EF4-FFF2-40B4-BE49-F238E27FC236}">
                <a16:creationId xmlns:a16="http://schemas.microsoft.com/office/drawing/2014/main" id="{DB7693E6-5764-D7F0-6334-5CAD8646AFC4}"/>
              </a:ext>
            </a:extLst>
          </p:cNvPr>
          <p:cNvSpPr/>
          <p:nvPr/>
        </p:nvSpPr>
        <p:spPr>
          <a:xfrm>
            <a:off x="4762795" y="1335727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Text 4">
            <a:extLst>
              <a:ext uri="{FF2B5EF4-FFF2-40B4-BE49-F238E27FC236}">
                <a16:creationId xmlns:a16="http://schemas.microsoft.com/office/drawing/2014/main" id="{6174B76C-C4A5-82DE-2686-351C6D8CE4D6}"/>
              </a:ext>
            </a:extLst>
          </p:cNvPr>
          <p:cNvSpPr/>
          <p:nvPr/>
        </p:nvSpPr>
        <p:spPr>
          <a:xfrm>
            <a:off x="4846322" y="1383733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36" name="Text 5">
            <a:extLst>
              <a:ext uri="{FF2B5EF4-FFF2-40B4-BE49-F238E27FC236}">
                <a16:creationId xmlns:a16="http://schemas.microsoft.com/office/drawing/2014/main" id="{5F82B5EF-A8CF-64F2-0D90-A09A257AC21A}"/>
              </a:ext>
            </a:extLst>
          </p:cNvPr>
          <p:cNvSpPr/>
          <p:nvPr/>
        </p:nvSpPr>
        <p:spPr>
          <a:xfrm>
            <a:off x="5431538" y="1418023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37" name="Shape 2">
            <a:extLst>
              <a:ext uri="{FF2B5EF4-FFF2-40B4-BE49-F238E27FC236}">
                <a16:creationId xmlns:a16="http://schemas.microsoft.com/office/drawing/2014/main" id="{C8F4B375-0C55-9487-5D38-E30AA1ACC301}"/>
              </a:ext>
            </a:extLst>
          </p:cNvPr>
          <p:cNvSpPr/>
          <p:nvPr/>
        </p:nvSpPr>
        <p:spPr>
          <a:xfrm>
            <a:off x="4762795" y="1921295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8" name="Shape 3">
            <a:extLst>
              <a:ext uri="{FF2B5EF4-FFF2-40B4-BE49-F238E27FC236}">
                <a16:creationId xmlns:a16="http://schemas.microsoft.com/office/drawing/2014/main" id="{D76FB6B0-D792-B3F8-99CD-0D5FB5BD322A}"/>
              </a:ext>
            </a:extLst>
          </p:cNvPr>
          <p:cNvSpPr/>
          <p:nvPr/>
        </p:nvSpPr>
        <p:spPr>
          <a:xfrm>
            <a:off x="4770708" y="1921295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Text 4">
            <a:extLst>
              <a:ext uri="{FF2B5EF4-FFF2-40B4-BE49-F238E27FC236}">
                <a16:creationId xmlns:a16="http://schemas.microsoft.com/office/drawing/2014/main" id="{9DC18D7C-C01B-729C-170F-9F86946B2D98}"/>
              </a:ext>
            </a:extLst>
          </p:cNvPr>
          <p:cNvSpPr/>
          <p:nvPr/>
        </p:nvSpPr>
        <p:spPr>
          <a:xfrm>
            <a:off x="4854235" y="1969301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40" name="Text 5">
            <a:extLst>
              <a:ext uri="{FF2B5EF4-FFF2-40B4-BE49-F238E27FC236}">
                <a16:creationId xmlns:a16="http://schemas.microsoft.com/office/drawing/2014/main" id="{657AB33D-2786-35BA-F463-72F4110FD18D}"/>
              </a:ext>
            </a:extLst>
          </p:cNvPr>
          <p:cNvSpPr/>
          <p:nvPr/>
        </p:nvSpPr>
        <p:spPr>
          <a:xfrm>
            <a:off x="5439451" y="2003591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41" name="Shape 2">
            <a:extLst>
              <a:ext uri="{FF2B5EF4-FFF2-40B4-BE49-F238E27FC236}">
                <a16:creationId xmlns:a16="http://schemas.microsoft.com/office/drawing/2014/main" id="{E3C79351-E77A-0288-1358-19F13D7788CD}"/>
              </a:ext>
            </a:extLst>
          </p:cNvPr>
          <p:cNvSpPr/>
          <p:nvPr/>
        </p:nvSpPr>
        <p:spPr>
          <a:xfrm>
            <a:off x="4770708" y="2496312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2" name="Shape 3">
            <a:extLst>
              <a:ext uri="{FF2B5EF4-FFF2-40B4-BE49-F238E27FC236}">
                <a16:creationId xmlns:a16="http://schemas.microsoft.com/office/drawing/2014/main" id="{FC9D007D-C3C2-3C8A-E211-8D6674556765}"/>
              </a:ext>
            </a:extLst>
          </p:cNvPr>
          <p:cNvSpPr/>
          <p:nvPr/>
        </p:nvSpPr>
        <p:spPr>
          <a:xfrm>
            <a:off x="4778621" y="2496312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98A19F49-EFBC-F07F-A5E1-B0518F22824C}"/>
              </a:ext>
            </a:extLst>
          </p:cNvPr>
          <p:cNvSpPr/>
          <p:nvPr/>
        </p:nvSpPr>
        <p:spPr>
          <a:xfrm>
            <a:off x="4862148" y="2544318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44" name="Text 5">
            <a:extLst>
              <a:ext uri="{FF2B5EF4-FFF2-40B4-BE49-F238E27FC236}">
                <a16:creationId xmlns:a16="http://schemas.microsoft.com/office/drawing/2014/main" id="{2C4097CC-7E23-28AA-1675-23F30F361D45}"/>
              </a:ext>
            </a:extLst>
          </p:cNvPr>
          <p:cNvSpPr/>
          <p:nvPr/>
        </p:nvSpPr>
        <p:spPr>
          <a:xfrm>
            <a:off x="5447364" y="2578608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45" name="Shape 2">
            <a:extLst>
              <a:ext uri="{FF2B5EF4-FFF2-40B4-BE49-F238E27FC236}">
                <a16:creationId xmlns:a16="http://schemas.microsoft.com/office/drawing/2014/main" id="{6B5D2694-B87B-57A9-A994-5608021B361F}"/>
              </a:ext>
            </a:extLst>
          </p:cNvPr>
          <p:cNvSpPr/>
          <p:nvPr/>
        </p:nvSpPr>
        <p:spPr>
          <a:xfrm>
            <a:off x="4770708" y="3098351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6" name="Shape 3">
            <a:extLst>
              <a:ext uri="{FF2B5EF4-FFF2-40B4-BE49-F238E27FC236}">
                <a16:creationId xmlns:a16="http://schemas.microsoft.com/office/drawing/2014/main" id="{D6B130D4-7306-D6AA-992B-E355DD8BCE3D}"/>
              </a:ext>
            </a:extLst>
          </p:cNvPr>
          <p:cNvSpPr/>
          <p:nvPr/>
        </p:nvSpPr>
        <p:spPr>
          <a:xfrm>
            <a:off x="4778621" y="3098351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Text 4">
            <a:extLst>
              <a:ext uri="{FF2B5EF4-FFF2-40B4-BE49-F238E27FC236}">
                <a16:creationId xmlns:a16="http://schemas.microsoft.com/office/drawing/2014/main" id="{E1126355-707E-F312-C202-752F96144DDA}"/>
              </a:ext>
            </a:extLst>
          </p:cNvPr>
          <p:cNvSpPr/>
          <p:nvPr/>
        </p:nvSpPr>
        <p:spPr>
          <a:xfrm>
            <a:off x="4862148" y="3146357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48" name="Text 5">
            <a:extLst>
              <a:ext uri="{FF2B5EF4-FFF2-40B4-BE49-F238E27FC236}">
                <a16:creationId xmlns:a16="http://schemas.microsoft.com/office/drawing/2014/main" id="{6E2366FB-0763-9CB6-4938-4BD5B8EFF1D0}"/>
              </a:ext>
            </a:extLst>
          </p:cNvPr>
          <p:cNvSpPr/>
          <p:nvPr/>
        </p:nvSpPr>
        <p:spPr>
          <a:xfrm>
            <a:off x="5447364" y="3180647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49" name="Shape 2">
            <a:extLst>
              <a:ext uri="{FF2B5EF4-FFF2-40B4-BE49-F238E27FC236}">
                <a16:creationId xmlns:a16="http://schemas.microsoft.com/office/drawing/2014/main" id="{E94DD065-DF46-246C-35F5-9C1291FBF7A9}"/>
              </a:ext>
            </a:extLst>
          </p:cNvPr>
          <p:cNvSpPr/>
          <p:nvPr/>
        </p:nvSpPr>
        <p:spPr>
          <a:xfrm>
            <a:off x="4770708" y="367588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0" name="Shape 3">
            <a:extLst>
              <a:ext uri="{FF2B5EF4-FFF2-40B4-BE49-F238E27FC236}">
                <a16:creationId xmlns:a16="http://schemas.microsoft.com/office/drawing/2014/main" id="{85DBC4D9-23BB-C2C6-5040-265A33CE4324}"/>
              </a:ext>
            </a:extLst>
          </p:cNvPr>
          <p:cNvSpPr/>
          <p:nvPr/>
        </p:nvSpPr>
        <p:spPr>
          <a:xfrm>
            <a:off x="4778621" y="3675888"/>
            <a:ext cx="83527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" name="Text 4">
            <a:extLst>
              <a:ext uri="{FF2B5EF4-FFF2-40B4-BE49-F238E27FC236}">
                <a16:creationId xmlns:a16="http://schemas.microsoft.com/office/drawing/2014/main" id="{4598E837-4F90-23FF-EA9A-E0104B4B15FA}"/>
              </a:ext>
            </a:extLst>
          </p:cNvPr>
          <p:cNvSpPr/>
          <p:nvPr/>
        </p:nvSpPr>
        <p:spPr>
          <a:xfrm>
            <a:off x="4862148" y="3723894"/>
            <a:ext cx="475488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91B2"/>
                </a:solidFill>
              </a:rPr>
              <a:t>01</a:t>
            </a:r>
            <a:endParaRPr lang="en-US" sz="1600"/>
          </a:p>
        </p:txBody>
      </p:sp>
      <p:sp>
        <p:nvSpPr>
          <p:cNvPr id="152" name="Text 5">
            <a:extLst>
              <a:ext uri="{FF2B5EF4-FFF2-40B4-BE49-F238E27FC236}">
                <a16:creationId xmlns:a16="http://schemas.microsoft.com/office/drawing/2014/main" id="{842D1520-0697-896E-DE0B-03F2272E7EFB}"/>
              </a:ext>
            </a:extLst>
          </p:cNvPr>
          <p:cNvSpPr/>
          <p:nvPr/>
        </p:nvSpPr>
        <p:spPr>
          <a:xfrm>
            <a:off x="5447364" y="375818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OVHcloud</a:t>
            </a:r>
            <a:endParaRPr lang="en-US" sz="1100"/>
          </a:p>
        </p:txBody>
      </p:sp>
      <p:sp>
        <p:nvSpPr>
          <p:cNvPr id="154" name="Rectangle 2">
            <a:extLst>
              <a:ext uri="{FF2B5EF4-FFF2-40B4-BE49-F238E27FC236}">
                <a16:creationId xmlns:a16="http://schemas.microsoft.com/office/drawing/2014/main" id="{413D7475-9E94-6976-5973-F94D5EA6F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Cartographie des usages numériques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01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OVHcloud — présentation de l'entreprise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</a:rPr>
              <a:t>1,6 M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256032" y="1554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clients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mondial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2423160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423160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423160" y="8961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</a:rPr>
              <a:t>46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2423160" y="1554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datacenters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4 continents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4590288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90288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90288" y="8961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</a:rPr>
              <a:t>450 k+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4590288" y="1554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serveurs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gérés en propre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6757416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757416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57416" y="8961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91B2"/>
                </a:solidFill>
              </a:rPr>
              <a:t>1,085 Md€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6757416" y="1554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chiffre d'affaires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</a:rPr>
              <a:t>FY2025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256032" y="2377440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56032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2468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intégré vertical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384048" y="2871216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exploitation en interne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2423160" y="2377440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423160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51176" y="2468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souverain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2551176" y="2871216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SecNumCloud 3.2 — ANSSI jan. 2024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4590288" y="2377440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590288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18304" y="2468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cloud européen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718304" y="2871216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public, privé, bare metal, web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6757416" y="2377440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757416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85432" y="2468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circulaire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6885432" y="2871216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serveurs démontés &amp; réemployés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274320" y="44988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BA8C8"/>
                </a:solidFill>
              </a:rPr>
              <a:t>Source : OVHcloud Corporate &amp; Investor Relations 2025</a:t>
            </a:r>
            <a:endParaRPr lang="en-US"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02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Diagnostic environnemental — 3 postes majeurs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69748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" y="960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891B2"/>
                </a:solidFill>
              </a:rPr>
              <a:t>45%</a:t>
            </a:r>
            <a:endParaRPr lang="en-US" sz="3800"/>
          </a:p>
        </p:txBody>
      </p:sp>
      <p:sp>
        <p:nvSpPr>
          <p:cNvPr id="8" name="Text 6"/>
          <p:cNvSpPr/>
          <p:nvPr/>
        </p:nvSpPr>
        <p:spPr>
          <a:xfrm>
            <a:off x="256032" y="17830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A8C8"/>
                </a:solidFill>
              </a:rPr>
              <a:t>des émissions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576072" y="2121408"/>
            <a:ext cx="2057400" cy="18288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6032" y="2194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Datacenters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7472" y="257860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· Refroidissement · Infrastructure réseau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3163824" y="804672"/>
            <a:ext cx="269748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63824" y="960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1A4A8A"/>
                </a:solidFill>
              </a:rPr>
              <a:t>22%</a:t>
            </a:r>
            <a:endParaRPr lang="en-US" sz="3800"/>
          </a:p>
        </p:txBody>
      </p:sp>
      <p:sp>
        <p:nvSpPr>
          <p:cNvPr id="14" name="Text 12"/>
          <p:cNvSpPr/>
          <p:nvPr/>
        </p:nvSpPr>
        <p:spPr>
          <a:xfrm>
            <a:off x="3163824" y="17830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A8C8"/>
                </a:solidFill>
              </a:rPr>
              <a:t>des émissions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3483864" y="2121408"/>
            <a:ext cx="2057400" cy="18288"/>
          </a:xfrm>
          <a:prstGeom prst="rect">
            <a:avLst/>
          </a:prstGeom>
          <a:solidFill>
            <a:srgbClr val="1A4A8A">
              <a:alpha val="60000"/>
            </a:srgbClr>
          </a:solidFill>
          <a:ln w="12700">
            <a:solidFill>
              <a:srgbClr val="1A4A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63824" y="2194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Fabrication serveurs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255264" y="257860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Métaux rares · Composants · Renouvellement fréquent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6071616" y="804672"/>
            <a:ext cx="269748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071616" y="960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F59E0B"/>
                </a:solidFill>
              </a:rPr>
              <a:t>54,5%</a:t>
            </a:r>
            <a:endParaRPr lang="en-US" sz="3800"/>
          </a:p>
        </p:txBody>
      </p:sp>
      <p:sp>
        <p:nvSpPr>
          <p:cNvPr id="20" name="Text 18"/>
          <p:cNvSpPr/>
          <p:nvPr/>
        </p:nvSpPr>
        <p:spPr>
          <a:xfrm>
            <a:off x="6071616" y="17830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BA8C8"/>
                </a:solidFill>
              </a:rPr>
              <a:t>des émissions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6391656" y="2121408"/>
            <a:ext cx="2057400" cy="18288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071616" y="2194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Scope 3 aval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163056" y="257860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cloud clients · Émissions indirectes chaîne aval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611880"/>
            <a:ext cx="8631936" cy="658368"/>
          </a:xfrm>
          <a:prstGeom prst="rect">
            <a:avLst/>
          </a:prstGeom>
          <a:solidFill>
            <a:srgbClr val="FFF8E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56032" y="3611880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Point clé (ADEME 2022) :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828800" y="363016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l'empreinte vient de la fabrication des serveurs (Scope 3 upstream), pas de l'usage. Cibler ce poste = ROI environnemental maximal.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274320" y="44622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BA8C8"/>
                </a:solidFill>
              </a:rPr>
              <a:t>Sources : OVHcloud Blog fév. 2024 · OVHcloud Corporate 2024 · Calculatrice carbone OVHcloud nov. 2023 · ADEME 2022</a:t>
            </a:r>
            <a:endParaRPr lang="en-US"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03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Cadre réglementaire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1627632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47472" y="914400"/>
            <a:ext cx="1371600" cy="246888"/>
          </a:xfrm>
          <a:prstGeom prst="rect">
            <a:avLst/>
          </a:prstGeom>
          <a:solidFill>
            <a:srgbClr val="FFEBEE"/>
          </a:solidFill>
          <a:ln w="63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D32F2F"/>
                </a:solidFill>
              </a:rPr>
              <a:t>OBLIGATOIRE</a:t>
            </a:r>
            <a:endParaRPr lang="en-US" sz="650"/>
          </a:p>
        </p:txBody>
      </p:sp>
      <p:sp>
        <p:nvSpPr>
          <p:cNvPr id="9" name="Text 7"/>
          <p:cNvSpPr/>
          <p:nvPr/>
        </p:nvSpPr>
        <p:spPr>
          <a:xfrm>
            <a:off x="1856232" y="877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A3A"/>
                </a:solidFill>
              </a:rPr>
              <a:t>CSRD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347472" y="124358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BA8C8"/>
                </a:solidFill>
              </a:rPr>
              <a:t>Corporate Sustainability Reporting Directive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347472" y="1554480"/>
            <a:ext cx="3977640" cy="9144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62763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 cotée → reporting extra-financier obligatoire dès 2025. Bilan carbone Scopes 1/2/3, plans de transition, audits.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672584" y="804672"/>
            <a:ext cx="4160520" cy="1627632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64024" y="914400"/>
            <a:ext cx="1371600" cy="246888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64024" y="9144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1565C0"/>
                </a:solidFill>
              </a:rPr>
              <a:t>ENGAGÉ</a:t>
            </a:r>
            <a:endParaRPr lang="en-US" sz="650"/>
          </a:p>
        </p:txBody>
      </p:sp>
      <p:sp>
        <p:nvSpPr>
          <p:cNvPr id="16" name="Text 14"/>
          <p:cNvSpPr/>
          <p:nvPr/>
        </p:nvSpPr>
        <p:spPr>
          <a:xfrm>
            <a:off x="6272784" y="877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A3A"/>
                </a:solidFill>
              </a:rPr>
              <a:t>SBTi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4764024" y="124358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BA8C8"/>
                </a:solidFill>
              </a:rPr>
              <a:t>Science Based Targets initiative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4764024" y="1554480"/>
            <a:ext cx="3977640" cy="9144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64024" y="162763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validé : −73,4% des émissions Scopes 1&amp;2 d'ici 2030 vs baseline. Trajectoire 1,5°C.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4160520" cy="1627632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47472" y="2807208"/>
            <a:ext cx="1371600" cy="24688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7472" y="28072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2E7D32"/>
                </a:solidFill>
              </a:rPr>
              <a:t>RECOMMANDÉ</a:t>
            </a:r>
            <a:endParaRPr lang="en-US" sz="650"/>
          </a:p>
        </p:txBody>
      </p:sp>
      <p:sp>
        <p:nvSpPr>
          <p:cNvPr id="23" name="Text 21"/>
          <p:cNvSpPr/>
          <p:nvPr/>
        </p:nvSpPr>
        <p:spPr>
          <a:xfrm>
            <a:off x="1856232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A3A"/>
                </a:solidFill>
              </a:rPr>
              <a:t>RGESN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347472" y="31363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BA8C8"/>
                </a:solidFill>
              </a:rPr>
              <a:t>Référentiel Général Écoconception Services Numériques</a:t>
            </a:r>
            <a:endParaRPr lang="en-US" sz="750"/>
          </a:p>
        </p:txBody>
      </p:sp>
      <p:sp>
        <p:nvSpPr>
          <p:cNvPr id="25" name="Shape 23"/>
          <p:cNvSpPr/>
          <p:nvPr/>
        </p:nvSpPr>
        <p:spPr>
          <a:xfrm>
            <a:off x="347472" y="3447288"/>
            <a:ext cx="3977640" cy="9144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352044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critères applicables aux services cloud. Intégration dès la conception des offres.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4672584" y="2697480"/>
            <a:ext cx="4160520" cy="1627632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64024" y="2807208"/>
            <a:ext cx="1371600" cy="246888"/>
          </a:xfrm>
          <a:prstGeom prst="rect">
            <a:avLst/>
          </a:prstGeom>
          <a:solidFill>
            <a:srgbClr val="FFF3E0"/>
          </a:solidFill>
          <a:ln w="63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64024" y="28072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E65100"/>
                </a:solidFill>
              </a:rPr>
              <a:t>EN COURS</a:t>
            </a:r>
            <a:endParaRPr lang="en-US" sz="650"/>
          </a:p>
        </p:txBody>
      </p:sp>
      <p:sp>
        <p:nvSpPr>
          <p:cNvPr id="30" name="Text 28"/>
          <p:cNvSpPr/>
          <p:nvPr/>
        </p:nvSpPr>
        <p:spPr>
          <a:xfrm>
            <a:off x="6272784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A3A"/>
                </a:solidFill>
              </a:rPr>
              <a:t>ISO 50001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4764024" y="31363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8BA8C8"/>
                </a:solidFill>
              </a:rPr>
              <a:t>Management de l'énergie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4764024" y="3447288"/>
            <a:ext cx="3977640" cy="9144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64024" y="352044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pour la maîtrise de la consommation énergétique des datacenters.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274320" y="44622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BA8C8"/>
                </a:solidFill>
              </a:rPr>
              <a:t>Sources : EUR-Lex CSRD 2022/2464 · RGESN v2 DINUM 2024 · OVHcloud Corporate sustainability commitments · SBTi 2024</a:t>
            </a:r>
            <a:endParaRPr lang="en-US"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18C26-1AEF-BCE5-9F9D-F288FFC8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96F72A-9844-943D-AA29-8BA5FE43C40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E4B12C-1F65-5143-1A74-8C57DF15255B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C86EEB-299E-4A61-66E7-2B84579FE422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04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CF788F-CC77-47B6-4974-7CD354F0B46F}"/>
              </a:ext>
            </a:extLst>
          </p:cNvPr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b="1">
                <a:solidFill>
                  <a:srgbClr val="FFFFFF"/>
                </a:solidFill>
              </a:rPr>
              <a:t>Cartographie des usages numériques chez </a:t>
            </a:r>
            <a:r>
              <a:rPr lang="fr-FR" sz="1200" b="1" err="1">
                <a:solidFill>
                  <a:srgbClr val="FFFFFF"/>
                </a:solidFill>
              </a:rPr>
              <a:t>OVHcloud</a:t>
            </a:r>
            <a:endParaRPr lang="en-US" sz="1200" b="1">
              <a:solidFill>
                <a:srgbClr val="FFFFFF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2AF49F-4618-24E5-2244-AB0F475533CF}"/>
              </a:ext>
            </a:extLst>
          </p:cNvPr>
          <p:cNvSpPr/>
          <p:nvPr/>
        </p:nvSpPr>
        <p:spPr>
          <a:xfrm>
            <a:off x="256032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1FB7E11-B028-D9F0-FC5D-5432052F0FCF}"/>
              </a:ext>
            </a:extLst>
          </p:cNvPr>
          <p:cNvSpPr/>
          <p:nvPr/>
        </p:nvSpPr>
        <p:spPr>
          <a:xfrm>
            <a:off x="256032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1B47C1-AA9B-5CD4-29C8-B4AE9BDBB183}"/>
              </a:ext>
            </a:extLst>
          </p:cNvPr>
          <p:cNvSpPr/>
          <p:nvPr/>
        </p:nvSpPr>
        <p:spPr>
          <a:xfrm>
            <a:off x="278892" y="11247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Datacenters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CEB4E4F-DA1E-366A-173B-A2B3DDA0052F}"/>
              </a:ext>
            </a:extLst>
          </p:cNvPr>
          <p:cNvSpPr/>
          <p:nvPr/>
        </p:nvSpPr>
        <p:spPr>
          <a:xfrm>
            <a:off x="256032" y="1554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D2C07F8-9EBB-9466-54AC-D2FABD9068AA}"/>
              </a:ext>
            </a:extLst>
          </p:cNvPr>
          <p:cNvSpPr/>
          <p:nvPr/>
        </p:nvSpPr>
        <p:spPr>
          <a:xfrm>
            <a:off x="2423160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037F0BD-A3A4-E874-66EE-C81312F21AA0}"/>
              </a:ext>
            </a:extLst>
          </p:cNvPr>
          <p:cNvSpPr/>
          <p:nvPr/>
        </p:nvSpPr>
        <p:spPr>
          <a:xfrm>
            <a:off x="2423160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CFD3075-7794-6EB1-C83E-2662094219A2}"/>
              </a:ext>
            </a:extLst>
          </p:cNvPr>
          <p:cNvSpPr/>
          <p:nvPr/>
        </p:nvSpPr>
        <p:spPr>
          <a:xfrm>
            <a:off x="2423160" y="117957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Serveurs et matériel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E5B1F74-6A75-503B-8EE8-591CF671F635}"/>
              </a:ext>
            </a:extLst>
          </p:cNvPr>
          <p:cNvSpPr/>
          <p:nvPr/>
        </p:nvSpPr>
        <p:spPr>
          <a:xfrm>
            <a:off x="4590288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32CDE11-351B-62E0-27E1-5202F6D9C8F8}"/>
              </a:ext>
            </a:extLst>
          </p:cNvPr>
          <p:cNvSpPr/>
          <p:nvPr/>
        </p:nvSpPr>
        <p:spPr>
          <a:xfrm>
            <a:off x="4590288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335943-0BF9-DCB1-78C1-253EA7721C2B}"/>
              </a:ext>
            </a:extLst>
          </p:cNvPr>
          <p:cNvSpPr/>
          <p:nvPr/>
        </p:nvSpPr>
        <p:spPr>
          <a:xfrm>
            <a:off x="4710654" y="1191182"/>
            <a:ext cx="17709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Services cloud et calcul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F7AC8AD-55C3-88F8-B843-9D7F6D6237A8}"/>
              </a:ext>
            </a:extLst>
          </p:cNvPr>
          <p:cNvSpPr/>
          <p:nvPr/>
        </p:nvSpPr>
        <p:spPr>
          <a:xfrm>
            <a:off x="6757416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8A6BF84-C3BB-1A72-BF3A-A6D034FA3F06}"/>
              </a:ext>
            </a:extLst>
          </p:cNvPr>
          <p:cNvSpPr/>
          <p:nvPr/>
        </p:nvSpPr>
        <p:spPr>
          <a:xfrm>
            <a:off x="6757416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16390DA-44A0-174E-5367-04DAB5233FF8}"/>
              </a:ext>
            </a:extLst>
          </p:cNvPr>
          <p:cNvSpPr/>
          <p:nvPr/>
        </p:nvSpPr>
        <p:spPr>
          <a:xfrm>
            <a:off x="6757416" y="117957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Données et stockage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E3E2410-C0FA-675E-3FE8-9D96180C67F8}"/>
              </a:ext>
            </a:extLst>
          </p:cNvPr>
          <p:cNvSpPr/>
          <p:nvPr/>
        </p:nvSpPr>
        <p:spPr>
          <a:xfrm>
            <a:off x="256032" y="2391156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pPr marL="171450" indent="-171450">
              <a:buFontTx/>
              <a:buChar char="-"/>
            </a:pPr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A4E97A6-A9BA-98D8-BEE7-03F2AE603D26}"/>
              </a:ext>
            </a:extLst>
          </p:cNvPr>
          <p:cNvSpPr/>
          <p:nvPr/>
        </p:nvSpPr>
        <p:spPr>
          <a:xfrm>
            <a:off x="256032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309F89B-8EDD-5A6C-A861-AB76F337DEF5}"/>
              </a:ext>
            </a:extLst>
          </p:cNvPr>
          <p:cNvSpPr/>
          <p:nvPr/>
        </p:nvSpPr>
        <p:spPr>
          <a:xfrm>
            <a:off x="384048" y="2468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E776E8E-E509-AB80-A750-3CB42EF97C6D}"/>
              </a:ext>
            </a:extLst>
          </p:cNvPr>
          <p:cNvSpPr/>
          <p:nvPr/>
        </p:nvSpPr>
        <p:spPr>
          <a:xfrm>
            <a:off x="2423160" y="2377440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5648778-5609-5A58-2286-7506AD8295B1}"/>
              </a:ext>
            </a:extLst>
          </p:cNvPr>
          <p:cNvSpPr/>
          <p:nvPr/>
        </p:nvSpPr>
        <p:spPr>
          <a:xfrm>
            <a:off x="2423160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C9C036E-6222-9638-99BC-7E5271E9BB52}"/>
              </a:ext>
            </a:extLst>
          </p:cNvPr>
          <p:cNvSpPr/>
          <p:nvPr/>
        </p:nvSpPr>
        <p:spPr>
          <a:xfrm>
            <a:off x="2518996" y="2643062"/>
            <a:ext cx="1870124" cy="91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exploitation des serveurs</a:t>
            </a:r>
          </a:p>
          <a:p>
            <a:endParaRPr lang="fr-FR" sz="1000"/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et renouvellement</a:t>
            </a:r>
          </a:p>
          <a:p>
            <a:pPr marL="171450" indent="-171450">
              <a:buFontTx/>
              <a:buChar char="-"/>
            </a:pP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matériels</a:t>
            </a:r>
            <a:endParaRPr lang="en-US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8A54B1D-F707-96CF-CA13-6C0CC144E93E}"/>
              </a:ext>
            </a:extLst>
          </p:cNvPr>
          <p:cNvSpPr/>
          <p:nvPr/>
        </p:nvSpPr>
        <p:spPr>
          <a:xfrm>
            <a:off x="4590288" y="2377440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066F190-2A24-9EA9-5A10-DE12C076BA1B}"/>
              </a:ext>
            </a:extLst>
          </p:cNvPr>
          <p:cNvSpPr/>
          <p:nvPr/>
        </p:nvSpPr>
        <p:spPr>
          <a:xfrm>
            <a:off x="4590288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0DEE11D-15C8-650C-1453-75CBE9A6EFA3}"/>
              </a:ext>
            </a:extLst>
          </p:cNvPr>
          <p:cNvSpPr/>
          <p:nvPr/>
        </p:nvSpPr>
        <p:spPr>
          <a:xfrm>
            <a:off x="4736592" y="2610611"/>
            <a:ext cx="1860804" cy="85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public / privé / </a:t>
            </a:r>
            <a:r>
              <a:rPr lang="fr-FR" sz="1000" b="1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</a:t>
            </a:r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b="1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1000"/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web</a:t>
            </a:r>
          </a:p>
          <a:p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intensif et IA</a:t>
            </a:r>
            <a:endParaRPr lang="en-US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D13905D-2A54-C543-164C-9AE7441FB03D}"/>
              </a:ext>
            </a:extLst>
          </p:cNvPr>
          <p:cNvSpPr/>
          <p:nvPr/>
        </p:nvSpPr>
        <p:spPr>
          <a:xfrm>
            <a:off x="6757416" y="2374545"/>
            <a:ext cx="1965960" cy="1554480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04CB94D-2A47-B455-AFFE-692BED791E0B}"/>
              </a:ext>
            </a:extLst>
          </p:cNvPr>
          <p:cNvSpPr/>
          <p:nvPr/>
        </p:nvSpPr>
        <p:spPr>
          <a:xfrm>
            <a:off x="6757416" y="2377440"/>
            <a:ext cx="457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E066BB-DC17-9221-9C99-112290589FC5}"/>
              </a:ext>
            </a:extLst>
          </p:cNvPr>
          <p:cNvSpPr/>
          <p:nvPr/>
        </p:nvSpPr>
        <p:spPr>
          <a:xfrm>
            <a:off x="7050024" y="2468880"/>
            <a:ext cx="1755648" cy="108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massif</a:t>
            </a:r>
          </a:p>
          <a:p>
            <a:endParaRPr lang="fr-FR" sz="900"/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/ archivage</a:t>
            </a:r>
          </a:p>
          <a:p>
            <a:endParaRPr lang="fr-FR" sz="900"/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</a:t>
            </a:r>
            <a:endParaRPr lang="en-US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F2260761-98A2-D6DA-5C35-334B6960474F}"/>
              </a:ext>
            </a:extLst>
          </p:cNvPr>
          <p:cNvSpPr/>
          <p:nvPr/>
        </p:nvSpPr>
        <p:spPr>
          <a:xfrm>
            <a:off x="374728" y="2597232"/>
            <a:ext cx="1870124" cy="91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des infrastructures</a:t>
            </a:r>
          </a:p>
          <a:p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électrique continue</a:t>
            </a:r>
          </a:p>
          <a:p>
            <a:pPr marL="171450" indent="-171450">
              <a:buFontTx/>
              <a:buChar char="-"/>
            </a:pP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refroidissement</a:t>
            </a:r>
          </a:p>
        </p:txBody>
      </p:sp>
    </p:spTree>
    <p:extLst>
      <p:ext uri="{BB962C8B-B14F-4D97-AF65-F5344CB8AC3E}">
        <p14:creationId xmlns:p14="http://schemas.microsoft.com/office/powerpoint/2010/main" val="145127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2ED67-E19C-B522-2A1F-7C0D460D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371159-393B-4C91-D377-74B75E72D4E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6E031D-4C06-006A-8065-2A78D8282EE6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22FA19-3CC5-8701-941B-BFD583B80CAB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05</a:t>
            </a:r>
            <a:endParaRPr lang="en-US"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C26E09-AF7B-8AE7-4159-37ACE763C00A}"/>
              </a:ext>
            </a:extLst>
          </p:cNvPr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b="1">
                <a:solidFill>
                  <a:srgbClr val="FFFFFF"/>
                </a:solidFill>
              </a:rPr>
              <a:t>Benchmark sectoriel des bonnes pratiques cloud</a:t>
            </a:r>
            <a:endParaRPr lang="en-US" sz="1200" b="1">
              <a:solidFill>
                <a:srgbClr val="FFFFFF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6F8D6B9-24C0-AA87-4B46-C53041CDD48D}"/>
              </a:ext>
            </a:extLst>
          </p:cNvPr>
          <p:cNvSpPr/>
          <p:nvPr/>
        </p:nvSpPr>
        <p:spPr>
          <a:xfrm>
            <a:off x="256032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B2F7AF-2801-A761-710B-C34DFBD4BB08}"/>
              </a:ext>
            </a:extLst>
          </p:cNvPr>
          <p:cNvSpPr/>
          <p:nvPr/>
        </p:nvSpPr>
        <p:spPr>
          <a:xfrm>
            <a:off x="256032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53963B-276D-24CE-D9ED-EBCC21E592C5}"/>
              </a:ext>
            </a:extLst>
          </p:cNvPr>
          <p:cNvSpPr/>
          <p:nvPr/>
        </p:nvSpPr>
        <p:spPr>
          <a:xfrm>
            <a:off x="226988" y="1131225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Efficacité énergétique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E45332-A9D7-60C3-024A-461A7B2F2499}"/>
              </a:ext>
            </a:extLst>
          </p:cNvPr>
          <p:cNvSpPr/>
          <p:nvPr/>
        </p:nvSpPr>
        <p:spPr>
          <a:xfrm>
            <a:off x="256032" y="15544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479A12C-DC16-D5E3-E81F-6D87332B1AA6}"/>
              </a:ext>
            </a:extLst>
          </p:cNvPr>
          <p:cNvSpPr/>
          <p:nvPr/>
        </p:nvSpPr>
        <p:spPr>
          <a:xfrm>
            <a:off x="2423160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B32B978-E48A-05F9-0372-B53E0AAC1EC4}"/>
              </a:ext>
            </a:extLst>
          </p:cNvPr>
          <p:cNvSpPr/>
          <p:nvPr/>
        </p:nvSpPr>
        <p:spPr>
          <a:xfrm>
            <a:off x="2423160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193D93A-9A2C-2690-8085-4A06442CB680}"/>
              </a:ext>
            </a:extLst>
          </p:cNvPr>
          <p:cNvSpPr/>
          <p:nvPr/>
        </p:nvSpPr>
        <p:spPr>
          <a:xfrm>
            <a:off x="2446020" y="1114561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Eau et refroidissement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D73C350-7C6F-FFAD-5062-F1C896471D45}"/>
              </a:ext>
            </a:extLst>
          </p:cNvPr>
          <p:cNvSpPr/>
          <p:nvPr/>
        </p:nvSpPr>
        <p:spPr>
          <a:xfrm>
            <a:off x="4590288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1EF8D5-1A21-F8F9-ECC6-0714C21820A4}"/>
              </a:ext>
            </a:extLst>
          </p:cNvPr>
          <p:cNvSpPr/>
          <p:nvPr/>
        </p:nvSpPr>
        <p:spPr>
          <a:xfrm>
            <a:off x="4590288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53A487C-B462-D64D-6E1E-36663A69B1F3}"/>
              </a:ext>
            </a:extLst>
          </p:cNvPr>
          <p:cNvSpPr/>
          <p:nvPr/>
        </p:nvSpPr>
        <p:spPr>
          <a:xfrm>
            <a:off x="4687794" y="1116147"/>
            <a:ext cx="17709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200" b="1">
                <a:solidFill>
                  <a:srgbClr val="0891B2"/>
                </a:solidFill>
              </a:rPr>
              <a:t>Matériel et circularité</a:t>
            </a:r>
            <a:endParaRPr lang="en-US" sz="2200" b="1">
              <a:solidFill>
                <a:srgbClr val="0891B2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202ACE6-9107-F01C-15C9-A09CD6503DAD}"/>
              </a:ext>
            </a:extLst>
          </p:cNvPr>
          <p:cNvSpPr/>
          <p:nvPr/>
        </p:nvSpPr>
        <p:spPr>
          <a:xfrm>
            <a:off x="6757416" y="804672"/>
            <a:ext cx="1965960" cy="1417320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D46099-9683-1920-3F6F-28BF70C95414}"/>
              </a:ext>
            </a:extLst>
          </p:cNvPr>
          <p:cNvSpPr/>
          <p:nvPr/>
        </p:nvSpPr>
        <p:spPr>
          <a:xfrm>
            <a:off x="6757416" y="804672"/>
            <a:ext cx="1965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FAEB794-AAAA-2205-D67A-E7877493E1B9}"/>
              </a:ext>
            </a:extLst>
          </p:cNvPr>
          <p:cNvSpPr/>
          <p:nvPr/>
        </p:nvSpPr>
        <p:spPr>
          <a:xfrm>
            <a:off x="6728371" y="950516"/>
            <a:ext cx="2024049" cy="989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2000" b="1">
                <a:solidFill>
                  <a:srgbClr val="0891B2"/>
                </a:solidFill>
              </a:rPr>
              <a:t>Pilotage environnemental</a:t>
            </a:r>
            <a:endParaRPr lang="en-US" sz="2000" b="1">
              <a:solidFill>
                <a:srgbClr val="0891B2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0B52427-BB0E-ED00-493E-EB2CEBDB7158}"/>
              </a:ext>
            </a:extLst>
          </p:cNvPr>
          <p:cNvSpPr/>
          <p:nvPr/>
        </p:nvSpPr>
        <p:spPr>
          <a:xfrm>
            <a:off x="256032" y="2391156"/>
            <a:ext cx="1965960" cy="2283394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pPr marL="171450" indent="-171450">
              <a:buFontTx/>
              <a:buChar char="-"/>
            </a:pPr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93BAE4D-97A3-8681-AC67-BA4C08DB750A}"/>
              </a:ext>
            </a:extLst>
          </p:cNvPr>
          <p:cNvSpPr/>
          <p:nvPr/>
        </p:nvSpPr>
        <p:spPr>
          <a:xfrm>
            <a:off x="256032" y="2397522"/>
            <a:ext cx="45719" cy="22770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FA3BA5A-44A9-D82A-FCA6-6EA7E7523E3A}"/>
              </a:ext>
            </a:extLst>
          </p:cNvPr>
          <p:cNvSpPr/>
          <p:nvPr/>
        </p:nvSpPr>
        <p:spPr>
          <a:xfrm>
            <a:off x="384048" y="2468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7F4ED974-CA52-B545-FF58-5044D94E583D}"/>
              </a:ext>
            </a:extLst>
          </p:cNvPr>
          <p:cNvSpPr/>
          <p:nvPr/>
        </p:nvSpPr>
        <p:spPr>
          <a:xfrm>
            <a:off x="364117" y="2397522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4D62BDE2-B1E6-3C99-005F-D5ED864E1D66}"/>
              </a:ext>
            </a:extLst>
          </p:cNvPr>
          <p:cNvSpPr/>
          <p:nvPr/>
        </p:nvSpPr>
        <p:spPr>
          <a:xfrm>
            <a:off x="384048" y="2732736"/>
            <a:ext cx="1755648" cy="770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PUE</a:t>
            </a:r>
          </a:p>
          <a:p>
            <a:endParaRPr lang="fr-FR" sz="900"/>
          </a:p>
          <a:p>
            <a:r>
              <a:rPr lang="fr-FR" sz="850" err="1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watercooling</a:t>
            </a:r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900"/>
          </a:p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datacenters sans climatisation</a:t>
            </a:r>
            <a:endParaRPr lang="en-US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C2071558-5783-2492-B1FC-DE855A9E438E}"/>
              </a:ext>
            </a:extLst>
          </p:cNvPr>
          <p:cNvSpPr/>
          <p:nvPr/>
        </p:nvSpPr>
        <p:spPr>
          <a:xfrm>
            <a:off x="364117" y="3557238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5951DF1-34E9-DCE8-B92A-F4C4DAF3367D}"/>
              </a:ext>
            </a:extLst>
          </p:cNvPr>
          <p:cNvSpPr/>
          <p:nvPr/>
        </p:nvSpPr>
        <p:spPr>
          <a:xfrm>
            <a:off x="361188" y="3826764"/>
            <a:ext cx="1755648" cy="770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l’efficacité énergétique est devenue un standard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 err="1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déjà bien positionné</a:t>
            </a: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C16D839B-F24C-DF93-577E-0FE7D728276B}"/>
              </a:ext>
            </a:extLst>
          </p:cNvPr>
          <p:cNvSpPr/>
          <p:nvPr/>
        </p:nvSpPr>
        <p:spPr>
          <a:xfrm>
            <a:off x="2423158" y="2397522"/>
            <a:ext cx="1965960" cy="2283394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pPr marL="171450" indent="-171450">
              <a:buFontTx/>
              <a:buChar char="-"/>
            </a:pPr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16F6B79E-A83A-D650-DF60-E546B4485B61}"/>
              </a:ext>
            </a:extLst>
          </p:cNvPr>
          <p:cNvSpPr/>
          <p:nvPr/>
        </p:nvSpPr>
        <p:spPr>
          <a:xfrm>
            <a:off x="2423158" y="2403888"/>
            <a:ext cx="45719" cy="22770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0CBAE929-2301-0D5B-EB5A-3FE9353CEA62}"/>
              </a:ext>
            </a:extLst>
          </p:cNvPr>
          <p:cNvSpPr/>
          <p:nvPr/>
        </p:nvSpPr>
        <p:spPr>
          <a:xfrm>
            <a:off x="2551174" y="2475246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E91904D6-B8D4-3776-0391-AF382C60CD79}"/>
              </a:ext>
            </a:extLst>
          </p:cNvPr>
          <p:cNvSpPr/>
          <p:nvPr/>
        </p:nvSpPr>
        <p:spPr>
          <a:xfrm>
            <a:off x="2531243" y="2403888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65DC1F6B-B601-FAF0-D404-66FB9E2FA5F4}"/>
              </a:ext>
            </a:extLst>
          </p:cNvPr>
          <p:cNvSpPr/>
          <p:nvPr/>
        </p:nvSpPr>
        <p:spPr>
          <a:xfrm>
            <a:off x="2551174" y="2775219"/>
            <a:ext cx="1755648" cy="50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WUE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refroidissement optimisé</a:t>
            </a:r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024875D7-8722-6EEF-E1EE-558659091A2B}"/>
              </a:ext>
            </a:extLst>
          </p:cNvPr>
          <p:cNvSpPr/>
          <p:nvPr/>
        </p:nvSpPr>
        <p:spPr>
          <a:xfrm>
            <a:off x="2531243" y="3563604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F0712B8A-1325-34AD-2EBD-1802644D8FD7}"/>
              </a:ext>
            </a:extLst>
          </p:cNvPr>
          <p:cNvSpPr/>
          <p:nvPr/>
        </p:nvSpPr>
        <p:spPr>
          <a:xfrm>
            <a:off x="2528314" y="3833130"/>
            <a:ext cx="1755648" cy="770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l’usage de l’eau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clé pour les datacenters</a:t>
            </a: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CD4309AF-F6B0-7017-DCC6-F8BE241F86C5}"/>
              </a:ext>
            </a:extLst>
          </p:cNvPr>
          <p:cNvSpPr/>
          <p:nvPr/>
        </p:nvSpPr>
        <p:spPr>
          <a:xfrm>
            <a:off x="4590288" y="2391156"/>
            <a:ext cx="1965960" cy="2283394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pPr marL="171450" indent="-171450">
              <a:buFontTx/>
              <a:buChar char="-"/>
            </a:pPr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EB019344-1236-3A71-7BFC-C9028F161CE9}"/>
              </a:ext>
            </a:extLst>
          </p:cNvPr>
          <p:cNvSpPr/>
          <p:nvPr/>
        </p:nvSpPr>
        <p:spPr>
          <a:xfrm>
            <a:off x="4590288" y="2397522"/>
            <a:ext cx="45719" cy="22770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58416EB7-9F15-2D26-FF4A-79A16D7E6B62}"/>
              </a:ext>
            </a:extLst>
          </p:cNvPr>
          <p:cNvSpPr/>
          <p:nvPr/>
        </p:nvSpPr>
        <p:spPr>
          <a:xfrm>
            <a:off x="4718304" y="2468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29412716-A6D0-9C10-74F0-BC9C4DC74407}"/>
              </a:ext>
            </a:extLst>
          </p:cNvPr>
          <p:cNvSpPr/>
          <p:nvPr/>
        </p:nvSpPr>
        <p:spPr>
          <a:xfrm>
            <a:off x="4698373" y="2397522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D19E0286-0ACA-3393-2EDE-8182A1891294}"/>
              </a:ext>
            </a:extLst>
          </p:cNvPr>
          <p:cNvSpPr/>
          <p:nvPr/>
        </p:nvSpPr>
        <p:spPr>
          <a:xfrm>
            <a:off x="4718303" y="2751965"/>
            <a:ext cx="1755648" cy="554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réemploi de composants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vie des serveurs prolongée</a:t>
            </a:r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71100D03-2D8F-F404-475E-64DCB7B2143A}"/>
              </a:ext>
            </a:extLst>
          </p:cNvPr>
          <p:cNvSpPr/>
          <p:nvPr/>
        </p:nvSpPr>
        <p:spPr>
          <a:xfrm>
            <a:off x="4698373" y="3557238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00E50829-85BB-9CCC-ABC7-7AB06025326E}"/>
              </a:ext>
            </a:extLst>
          </p:cNvPr>
          <p:cNvSpPr/>
          <p:nvPr/>
        </p:nvSpPr>
        <p:spPr>
          <a:xfrm>
            <a:off x="4695444" y="3826764"/>
            <a:ext cx="1755648" cy="770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circularité devient une bonne pratique forte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 err="1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déjà une base intéressante</a:t>
            </a:r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5C2254A8-A3C3-C3DC-EACB-8BFDB88940DC}"/>
              </a:ext>
            </a:extLst>
          </p:cNvPr>
          <p:cNvSpPr/>
          <p:nvPr/>
        </p:nvSpPr>
        <p:spPr>
          <a:xfrm>
            <a:off x="6757414" y="2385553"/>
            <a:ext cx="1965960" cy="2283394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pPr marL="171450" indent="-171450">
              <a:buFontTx/>
              <a:buChar char="-"/>
            </a:pPr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sz="9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2D052122-7670-8444-11CE-F1446D6F3063}"/>
              </a:ext>
            </a:extLst>
          </p:cNvPr>
          <p:cNvSpPr/>
          <p:nvPr/>
        </p:nvSpPr>
        <p:spPr>
          <a:xfrm>
            <a:off x="6757414" y="2391919"/>
            <a:ext cx="45719" cy="22770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729EFD09-69C1-354F-7884-38BBE566AAEB}"/>
              </a:ext>
            </a:extLst>
          </p:cNvPr>
          <p:cNvSpPr/>
          <p:nvPr/>
        </p:nvSpPr>
        <p:spPr>
          <a:xfrm>
            <a:off x="6885430" y="2463277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8C14D036-0E02-ADF4-9445-A8C27B7A1FDB}"/>
              </a:ext>
            </a:extLst>
          </p:cNvPr>
          <p:cNvSpPr/>
          <p:nvPr/>
        </p:nvSpPr>
        <p:spPr>
          <a:xfrm>
            <a:off x="6865499" y="2391919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OVHcloud</a:t>
            </a:r>
            <a:endParaRPr lang="fr-FR" sz="1000" b="1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E251A6DC-DAC4-3B40-A2EA-24F240382210}"/>
              </a:ext>
            </a:extLst>
          </p:cNvPr>
          <p:cNvSpPr/>
          <p:nvPr/>
        </p:nvSpPr>
        <p:spPr>
          <a:xfrm>
            <a:off x="6885429" y="2736436"/>
            <a:ext cx="1755648" cy="50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PUE, WUE, CUE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 err="1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environnemental</a:t>
            </a:r>
            <a:endParaRPr lang="en-US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17541BE-B008-F440-31FD-328251D10BDF}"/>
              </a:ext>
            </a:extLst>
          </p:cNvPr>
          <p:cNvSpPr/>
          <p:nvPr/>
        </p:nvSpPr>
        <p:spPr>
          <a:xfrm>
            <a:off x="6865499" y="3551635"/>
            <a:ext cx="665651" cy="328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</a:t>
            </a: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DB5AF619-3C67-33F5-AFE5-113F01FC58D6}"/>
              </a:ext>
            </a:extLst>
          </p:cNvPr>
          <p:cNvSpPr/>
          <p:nvPr/>
        </p:nvSpPr>
        <p:spPr>
          <a:xfrm>
            <a:off x="6862570" y="3821161"/>
            <a:ext cx="1755648" cy="770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KPI environnementaux deviennent incontournables</a:t>
            </a:r>
          </a:p>
          <a:p>
            <a:endParaRPr lang="fr-FR" sz="850">
              <a:solidFill>
                <a:srgbClr val="4A60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85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mesure doit mener à une amélioration réelle</a:t>
            </a:r>
          </a:p>
        </p:txBody>
      </p:sp>
    </p:spTree>
    <p:extLst>
      <p:ext uri="{BB962C8B-B14F-4D97-AF65-F5344CB8AC3E}">
        <p14:creationId xmlns:p14="http://schemas.microsoft.com/office/powerpoint/2010/main" val="329055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02b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Analyse critique — Forces &amp; limites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Analyse critique — Forces &amp; limites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1696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" y="7498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✅  ATOUTS ACTUELS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4169664" cy="502920"/>
          </a:xfrm>
          <a:prstGeom prst="rect">
            <a:avLst/>
          </a:prstGeom>
          <a:solidFill>
            <a:srgbClr val="F0FAF5"/>
          </a:solidFill>
          <a:ln w="635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197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A3A"/>
                </a:solidFill>
              </a:rPr>
              <a:t>PUE 1,28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365760" y="1444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vs moy. industrie 1,55 (Uptime Institute 2022)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256032" y="1764792"/>
            <a:ext cx="4169664" cy="502920"/>
          </a:xfrm>
          <a:prstGeom prst="rect">
            <a:avLst/>
          </a:prstGeom>
          <a:solidFill>
            <a:srgbClr val="F0FAF5"/>
          </a:solidFill>
          <a:ln w="635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A3A"/>
                </a:solidFill>
              </a:rPr>
              <a:t>WUE 0,2 l/kWh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65760" y="20391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vs moy. industrie 1,8 l/kWh (US DoE 2022)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256032" y="2359152"/>
            <a:ext cx="4169664" cy="502920"/>
          </a:xfrm>
          <a:prstGeom prst="rect">
            <a:avLst/>
          </a:prstGeom>
          <a:solidFill>
            <a:srgbClr val="F0FAF5"/>
          </a:solidFill>
          <a:ln w="635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386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A3A"/>
                </a:solidFill>
              </a:rPr>
              <a:t>91% ENR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65760" y="26334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dans le mix énergétique 2023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256032" y="2953512"/>
            <a:ext cx="4169664" cy="502920"/>
          </a:xfrm>
          <a:prstGeom prst="rect">
            <a:avLst/>
          </a:prstGeom>
          <a:solidFill>
            <a:srgbClr val="F0FAF5"/>
          </a:solidFill>
          <a:ln w="635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2980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A3A"/>
                </a:solidFill>
              </a:rPr>
              <a:t>17% reconditionné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365760" y="3227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sur 100 composants utilisés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256032" y="3547872"/>
            <a:ext cx="4169664" cy="502920"/>
          </a:xfrm>
          <a:prstGeom prst="rect">
            <a:avLst/>
          </a:prstGeom>
          <a:solidFill>
            <a:srgbClr val="F0FAF5"/>
          </a:solidFill>
          <a:ln w="635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" y="3575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A3A"/>
                </a:solidFill>
              </a:rPr>
              <a:t>Durée vie ≥5 ans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65760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jusqu'à 9 ans avec refabrication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4718304" y="749808"/>
            <a:ext cx="4169664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18304" y="74980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⚠  RISQUES &amp; LIMITES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718304" y="1170432"/>
            <a:ext cx="4169664" cy="502920"/>
          </a:xfrm>
          <a:prstGeom prst="rect">
            <a:avLst/>
          </a:prstGeom>
          <a:solidFill>
            <a:srgbClr val="FFF5F5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28032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62828"/>
                </a:solidFill>
              </a:rPr>
              <a:t>Greenwashing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28032" y="1444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Calculatrice carbone non comparable AWS/Azure/GCP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718304" y="1764792"/>
            <a:ext cx="4169664" cy="502920"/>
          </a:xfrm>
          <a:prstGeom prst="rect">
            <a:avLst/>
          </a:prstGeom>
          <a:solidFill>
            <a:srgbClr val="FFF5F5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28032" y="17922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62828"/>
                </a:solidFill>
              </a:rPr>
              <a:t>Scope 3 dominant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828032" y="20391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54,5% des émissions hors contrôle direct (2023)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4718304" y="2359152"/>
            <a:ext cx="4169664" cy="502920"/>
          </a:xfrm>
          <a:prstGeom prst="rect">
            <a:avLst/>
          </a:prstGeom>
          <a:solidFill>
            <a:srgbClr val="FFF5F5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28032" y="2386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62828"/>
                </a:solidFill>
              </a:rPr>
              <a:t>Dépendance fournisseurs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828032" y="26334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Composants en tension post-COVID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4718304" y="2953512"/>
            <a:ext cx="4169664" cy="502920"/>
          </a:xfrm>
          <a:prstGeom prst="rect">
            <a:avLst/>
          </a:prstGeom>
          <a:solidFill>
            <a:srgbClr val="FFF5F5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828032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62828"/>
                </a:solidFill>
              </a:rPr>
              <a:t>GPU IA énergivores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828032" y="3227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Conso +++ pour l'IA générative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4718304" y="3547872"/>
            <a:ext cx="4169664" cy="502920"/>
          </a:xfrm>
          <a:prstGeom prst="rect">
            <a:avLst/>
          </a:prstGeom>
          <a:solidFill>
            <a:srgbClr val="FFF5F5"/>
          </a:solidFill>
          <a:ln w="635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828032" y="3575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62828"/>
                </a:solidFill>
              </a:rPr>
              <a:t>CSRD obligatoire 2025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4828032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BA8C8"/>
                </a:solidFill>
              </a:rPr>
              <a:t>Reporting extra-financier à mettre en place</a:t>
            </a:r>
            <a:endParaRPr lang="en-US" sz="800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90EBD43C-A851-0B36-472F-493F976B98AA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321C96F-5418-5927-EE2B-6D28DFF95D13}"/>
              </a:ext>
            </a:extLst>
          </p:cNvPr>
          <p:cNvSpPr txBox="1"/>
          <p:nvPr/>
        </p:nvSpPr>
        <p:spPr>
          <a:xfrm>
            <a:off x="109464" y="206073"/>
            <a:ext cx="338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bg1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Risques &amp; mesures de mitigation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58368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Risques &amp; mesures de mitigation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2651760" cy="804672"/>
          </a:xfrm>
          <a:prstGeom prst="rect">
            <a:avLst/>
          </a:prstGeom>
          <a:solidFill>
            <a:srgbClr val="FFF5F5"/>
          </a:solidFill>
          <a:ln w="1016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5720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Greenwashing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2999232" y="777240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91B2"/>
                </a:solidFill>
              </a:rPr>
              <a:t>→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438144" y="777240"/>
            <a:ext cx="5449824" cy="804672"/>
          </a:xfrm>
          <a:prstGeom prst="rect">
            <a:avLst/>
          </a:prstGeom>
          <a:solidFill>
            <a:srgbClr val="F0FAF5"/>
          </a:solidFill>
          <a:ln w="1016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38144" y="777240"/>
            <a:ext cx="4572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547872" y="914400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KPI transparents · Méthodologie documentée · Audits tiers annuels indépendants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256032" y="1801368"/>
            <a:ext cx="2651760" cy="804672"/>
          </a:xfrm>
          <a:prstGeom prst="rect">
            <a:avLst/>
          </a:prstGeom>
          <a:solidFill>
            <a:srgbClr val="FFF5F5"/>
          </a:solidFill>
          <a:ln w="1016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56032" y="1801368"/>
            <a:ext cx="45720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7472" y="1938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Effet rebond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999232" y="1801368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91B2"/>
                </a:solidFill>
              </a:rPr>
              <a:t>→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3438144" y="1801368"/>
            <a:ext cx="5449824" cy="804672"/>
          </a:xfrm>
          <a:prstGeom prst="rect">
            <a:avLst/>
          </a:prstGeom>
          <a:solidFill>
            <a:srgbClr val="F0FAF5"/>
          </a:solidFill>
          <a:ln w="1016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38144" y="1801368"/>
            <a:ext cx="4572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547872" y="1938528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Quotas d'usage · Offres sobres par défaut · Pricing incitatif à l'efficacité réelle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256032" y="2825496"/>
            <a:ext cx="2651760" cy="804672"/>
          </a:xfrm>
          <a:prstGeom prst="rect">
            <a:avLst/>
          </a:prstGeom>
          <a:solidFill>
            <a:srgbClr val="FFF5F5"/>
          </a:solidFill>
          <a:ln w="1016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56032" y="2825496"/>
            <a:ext cx="45720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7472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Dépendance fournisseurs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2999232" y="2825496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91B2"/>
                </a:solidFill>
              </a:rPr>
              <a:t>→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3438144" y="2825496"/>
            <a:ext cx="5449824" cy="804672"/>
          </a:xfrm>
          <a:prstGeom prst="rect">
            <a:avLst/>
          </a:prstGeom>
          <a:solidFill>
            <a:srgbClr val="F0FAF5"/>
          </a:solidFill>
          <a:ln w="1016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38144" y="2825496"/>
            <a:ext cx="4572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547872" y="2962656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Stratégie multi-fournisseur · Plan de contingence achats · Stock stratégique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256032" y="3849624"/>
            <a:ext cx="2651760" cy="804672"/>
          </a:xfrm>
          <a:prstGeom prst="rect">
            <a:avLst/>
          </a:prstGeom>
          <a:solidFill>
            <a:srgbClr val="FFF5F5"/>
          </a:solidFill>
          <a:ln w="1016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56032" y="3849624"/>
            <a:ext cx="45720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47472" y="3986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Coûts de transition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2999232" y="3849624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91B2"/>
                </a:solidFill>
              </a:rPr>
              <a:t>→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3438144" y="3849624"/>
            <a:ext cx="5449824" cy="804672"/>
          </a:xfrm>
          <a:prstGeom prst="rect">
            <a:avLst/>
          </a:prstGeom>
          <a:solidFill>
            <a:srgbClr val="F0FAF5"/>
          </a:solidFill>
          <a:ln w="10160">
            <a:solidFill>
              <a:srgbClr val="C8E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38144" y="3849624"/>
            <a:ext cx="4572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547872" y="3986784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Business case documenté · Phasage financier progressif · ROI mesuré trimestriellement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256032" y="4800600"/>
            <a:ext cx="8631936" cy="256032"/>
          </a:xfrm>
          <a:prstGeom prst="rect">
            <a:avLst/>
          </a:prstGeom>
          <a:solidFill>
            <a:srgbClr val="EEF4FF"/>
          </a:solidFill>
          <a:ln w="635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84048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1A4A8A"/>
                </a:solidFill>
              </a:rPr>
              <a:t>Note RGESN : intégrer les recommandations écoconception pour les services numériques dès la phase de conception des offres.</a:t>
            </a:r>
            <a:endParaRPr lang="en-US" sz="75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286A2FC2-52BE-F567-D396-F7E1861E5FD9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81FE9D9-E05D-5925-B171-E65A25D316FD}"/>
              </a:ext>
            </a:extLst>
          </p:cNvPr>
          <p:cNvSpPr txBox="1"/>
          <p:nvPr/>
        </p:nvSpPr>
        <p:spPr>
          <a:xfrm>
            <a:off x="109464" y="206073"/>
            <a:ext cx="338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bg1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03504" y="27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Plan d'action : 3 leviers opérationnels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43200" cy="4041648"/>
          </a:xfrm>
          <a:prstGeom prst="rect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7432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56032" y="7772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628"/>
                </a:solidFill>
              </a:rPr>
              <a:t>L1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A1628"/>
                </a:solidFill>
              </a:rPr>
              <a:t>Efficacité énergétique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523744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891B2"/>
                </a:solidFill>
              </a:rPr>
              <a:t>Cible : −6% énergie sur sites prioritaires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Cibler les 20% de sites les plus énergivores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2523744" cy="9144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Extinction/mutualisation environnements non-prod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523744" cy="9144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Optimisation thermique &amp; refroidissement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365760" y="3675888"/>
            <a:ext cx="2523744" cy="9144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7856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Trajectoires PUE ≤1,20 · WUE ≤0,15 · CUE ≤0,12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743200" cy="4041648"/>
          </a:xfrm>
          <a:prstGeom prst="rect">
            <a:avLst/>
          </a:prstGeom>
          <a:solidFill>
            <a:srgbClr val="0D2B55"/>
          </a:solidFill>
          <a:ln w="1016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0" y="777240"/>
            <a:ext cx="2743200" cy="5486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0" y="7772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628"/>
                </a:solidFill>
              </a:rPr>
              <a:t>L2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675888" y="7772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A1628"/>
                </a:solidFill>
              </a:rPr>
              <a:t>Matériel &amp; économie circulaire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3310128" y="1417320"/>
            <a:ext cx="2523744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310128" y="14173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A4A8A"/>
                </a:solidFill>
              </a:rPr>
              <a:t>Cible : 17% → 25% reconditionnés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3310128" y="181051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Politique achats : priorité réemploi &amp; reconditionné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3310128" y="2359152"/>
            <a:ext cx="2523744" cy="9144"/>
          </a:xfrm>
          <a:prstGeom prst="rect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10128" y="24688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Standardisation pièces réutilisables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310128" y="3017520"/>
            <a:ext cx="2523744" cy="9144"/>
          </a:xfrm>
          <a:prstGeom prst="rect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10128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Segmentation renouvellement par criticité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3310128" y="3675888"/>
            <a:ext cx="2523744" cy="9144"/>
          </a:xfrm>
          <a:prstGeom prst="rect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310128" y="37856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Durée de vie serveurs : 4,5 ans → ≥ 6 ans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6144768" y="777240"/>
            <a:ext cx="2743200" cy="4041648"/>
          </a:xfrm>
          <a:prstGeom prst="rect">
            <a:avLst/>
          </a:prstGeom>
          <a:solidFill>
            <a:srgbClr val="0D2B55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144768" y="777240"/>
            <a:ext cx="2743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144768" y="7772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628"/>
                </a:solidFill>
              </a:rPr>
              <a:t>L3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6620256" y="7772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A1628"/>
                </a:solidFill>
              </a:rPr>
              <a:t>Sobriété données &amp; usages cloud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6254496" y="1417320"/>
            <a:ext cx="2523744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254496" y="14173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59E0B"/>
                </a:solidFill>
              </a:rPr>
              <a:t>Cible : −15% ressources non-prod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6254496" y="181051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Classification données chaud / froid / obsolète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6254496" y="2359152"/>
            <a:ext cx="2523744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254496" y="246888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Offres sobres activées par défaut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254496" y="3017520"/>
            <a:ext cx="2523744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254496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Tableaux de bord empreinte clients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6254496" y="3675888"/>
            <a:ext cx="2523744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254496" y="37856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20% données peu actives → stockage froid</a:t>
            </a:r>
            <a:endParaRPr lang="en-US" sz="85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78312EDE-248F-FED4-F70B-AFBC69DD8E1E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C12D12A-3223-4D78-A161-AD3A2775350A}"/>
              </a:ext>
            </a:extLst>
          </p:cNvPr>
          <p:cNvSpPr txBox="1"/>
          <p:nvPr/>
        </p:nvSpPr>
        <p:spPr>
          <a:xfrm>
            <a:off x="109464" y="206073"/>
            <a:ext cx="338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bg1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81318" y="0"/>
            <a:ext cx="79140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Levier transverse : Sensibilisation des équipes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sobriété ne se déploie pas sans une culture interne — c'est le levier qui amplifie tous les autres.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60520" cy="1417320"/>
          </a:xfrm>
          <a:prstGeom prst="rect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→  Formation Green IT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équipes IT formées (M0–M6) · E-learning + ateliers pratiques · Fresque du Numérique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4690872" y="1298448"/>
            <a:ext cx="4160520" cy="1417320"/>
          </a:xfrm>
          <a:prstGeom prst="rect">
            <a:avLst/>
          </a:prstGeom>
          <a:solidFill>
            <a:srgbClr val="0D2B55"/>
          </a:solidFill>
          <a:ln w="1016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90872" y="1298448"/>
            <a:ext cx="4160520" cy="457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28032" y="14356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→  Charte sobriété clients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828032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bonnes pratiques cloud sobre · Tableaux de bord empreinte par service client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274320" y="2944368"/>
            <a:ext cx="4160520" cy="1417320"/>
          </a:xfrm>
          <a:prstGeom prst="rect">
            <a:avLst/>
          </a:prstGeom>
          <a:solidFill>
            <a:srgbClr val="0D2B55"/>
          </a:solidFill>
          <a:ln w="101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16052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30815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→  Indicateurs internes visibles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carbone affiché · Objectifs individuels intégrés aux évaluations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690872" y="2944368"/>
            <a:ext cx="4160520" cy="1417320"/>
          </a:xfrm>
          <a:prstGeom prst="rect">
            <a:avLst/>
          </a:prstGeom>
          <a:solidFill>
            <a:srgbClr val="0D2B55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90872" y="2944368"/>
            <a:ext cx="4160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28032" y="30815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→  Communication externe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828032" y="34747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RSE annuel · Transparence des KPI · Labellisation NF Environnement cloud</a:t>
            </a:r>
            <a:endParaRPr lang="en-US" sz="85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5E858F8F-8240-A2A3-3327-117F68119DB5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F9A35F9-049B-882F-D102-9803D29E5866}"/>
              </a:ext>
            </a:extLst>
          </p:cNvPr>
          <p:cNvSpPr txBox="1"/>
          <p:nvPr/>
        </p:nvSpPr>
        <p:spPr>
          <a:xfrm>
            <a:off x="109464" y="206073"/>
            <a:ext cx="338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bg1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10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FFFFFF"/>
                </a:solidFill>
              </a:rPr>
              <a:t>Diagramme</a:t>
            </a:r>
            <a:r>
              <a:rPr lang="en-US" sz="1200" b="1">
                <a:solidFill>
                  <a:srgbClr val="FFFFFF"/>
                </a:solidFill>
              </a:rPr>
              <a:t> de Gantt — Roadmap 24 mois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" cy="201168"/>
          </a:xfrm>
          <a:prstGeom prst="rect">
            <a:avLst/>
          </a:prstGeom>
          <a:solidFill>
            <a:srgbClr val="07B3A4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758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A2A3A"/>
                </a:solidFill>
              </a:rPr>
              <a:t>Court terme (M0–M6)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2880360" y="777240"/>
            <a:ext cx="201168" cy="20116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154680" y="758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A2A3A"/>
                </a:solidFill>
              </a:rPr>
              <a:t>Moyen terme (M6–M12)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5486400" y="777240"/>
            <a:ext cx="201168" cy="201168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60720" y="758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A2A3A"/>
                </a:solidFill>
              </a:rPr>
              <a:t>Long terme (M12–M24)</a:t>
            </a:r>
            <a:endParaRPr lang="en-US" sz="80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6F45852-6CAB-D3FE-66A3-5909CB560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1" y="996723"/>
            <a:ext cx="7928659" cy="39892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06 — KPI &amp; indicateurs de suivi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KPI &amp; indicateurs de suivi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2743200" cy="1627632"/>
          </a:xfrm>
          <a:prstGeom prst="rect">
            <a:avLst/>
          </a:prstGeom>
          <a:solidFill>
            <a:srgbClr val="0D2B55"/>
          </a:solidFill>
          <a:ln w="889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804672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" y="896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</a:rPr>
              <a:t>PUE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274320" y="13075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BA8C8"/>
                </a:solidFill>
              </a:rPr>
              <a:t>Power Usage Effectiveness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92608" y="1609344"/>
            <a:ext cx="1115568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92608" y="1609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</a:rPr>
              <a:t>Actuel</a:t>
            </a:r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292608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1,28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1664208" y="1609344"/>
            <a:ext cx="1115568" cy="59436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664208" y="1609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</a:rPr>
              <a:t>Cible</a:t>
            </a:r>
            <a:endParaRPr lang="en-US" sz="700"/>
          </a:p>
        </p:txBody>
      </p:sp>
      <p:sp>
        <p:nvSpPr>
          <p:cNvPr id="15" name="Text 13"/>
          <p:cNvSpPr/>
          <p:nvPr/>
        </p:nvSpPr>
        <p:spPr>
          <a:xfrm>
            <a:off x="1664208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≤ 1,20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274320" y="226771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>
                <a:solidFill>
                  <a:srgbClr val="8BA8C8"/>
                </a:solidFill>
              </a:rPr>
              <a:t>Src : OVHcloud Corporate 2024</a:t>
            </a:r>
            <a:endParaRPr lang="en-US" sz="600"/>
          </a:p>
        </p:txBody>
      </p:sp>
      <p:sp>
        <p:nvSpPr>
          <p:cNvPr id="17" name="Shape 15"/>
          <p:cNvSpPr/>
          <p:nvPr/>
        </p:nvSpPr>
        <p:spPr>
          <a:xfrm>
            <a:off x="3127248" y="804672"/>
            <a:ext cx="2743200" cy="1627632"/>
          </a:xfrm>
          <a:prstGeom prst="rect">
            <a:avLst/>
          </a:prstGeom>
          <a:solidFill>
            <a:srgbClr val="0D2B55"/>
          </a:solidFill>
          <a:ln w="889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127248" y="804672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127248" y="896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</a:rPr>
              <a:t>WUE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3200400" y="13075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BA8C8"/>
                </a:solidFill>
              </a:rPr>
              <a:t>Water Usage Effectiveness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3218688" y="1609344"/>
            <a:ext cx="1115568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18688" y="1609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</a:rPr>
              <a:t>Actuel</a:t>
            </a:r>
            <a:endParaRPr lang="en-US" sz="700"/>
          </a:p>
        </p:txBody>
      </p:sp>
      <p:sp>
        <p:nvSpPr>
          <p:cNvPr id="23" name="Text 21"/>
          <p:cNvSpPr/>
          <p:nvPr/>
        </p:nvSpPr>
        <p:spPr>
          <a:xfrm>
            <a:off x="3218688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0,2 l/kWh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590288" y="1609344"/>
            <a:ext cx="1115568" cy="59436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90288" y="1609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</a:rPr>
              <a:t>Cible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4590288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≤ 0,15 l/kWh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3200400" y="226771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>
                <a:solidFill>
                  <a:srgbClr val="8BA8C8"/>
                </a:solidFill>
              </a:rPr>
              <a:t>Src : OVHcloud Blog fév. 2024</a:t>
            </a:r>
            <a:endParaRPr lang="en-US" sz="600"/>
          </a:p>
        </p:txBody>
      </p:sp>
      <p:sp>
        <p:nvSpPr>
          <p:cNvPr id="28" name="Shape 26"/>
          <p:cNvSpPr/>
          <p:nvPr/>
        </p:nvSpPr>
        <p:spPr>
          <a:xfrm>
            <a:off x="6053328" y="804672"/>
            <a:ext cx="2743200" cy="1627632"/>
          </a:xfrm>
          <a:prstGeom prst="rect">
            <a:avLst/>
          </a:prstGeom>
          <a:solidFill>
            <a:srgbClr val="0D2B55"/>
          </a:solidFill>
          <a:ln w="889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053328" y="804672"/>
            <a:ext cx="2743200" cy="457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053328" y="896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</a:rPr>
              <a:t>CUE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>
          <a:xfrm>
            <a:off x="6126480" y="13075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BA8C8"/>
                </a:solidFill>
              </a:rPr>
              <a:t>Carbon Usage Effectiveness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6144768" y="1609344"/>
            <a:ext cx="1115568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144768" y="1609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</a:rPr>
              <a:t>Actuel</a:t>
            </a:r>
            <a:endParaRPr lang="en-US" sz="700"/>
          </a:p>
        </p:txBody>
      </p:sp>
      <p:sp>
        <p:nvSpPr>
          <p:cNvPr id="34" name="Text 32"/>
          <p:cNvSpPr/>
          <p:nvPr/>
        </p:nvSpPr>
        <p:spPr>
          <a:xfrm>
            <a:off x="6144768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0,18 kgCO₂/kWh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7516368" y="1609344"/>
            <a:ext cx="1115568" cy="594360"/>
          </a:xfrm>
          <a:prstGeom prst="rect">
            <a:avLst/>
          </a:prstGeom>
          <a:solidFill>
            <a:srgbClr val="1A4A8A">
              <a:alpha val="85000"/>
            </a:srgbClr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516368" y="1609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</a:rPr>
              <a:t>Cible</a:t>
            </a:r>
            <a:endParaRPr lang="en-US" sz="700"/>
          </a:p>
        </p:txBody>
      </p:sp>
      <p:sp>
        <p:nvSpPr>
          <p:cNvPr id="37" name="Text 35"/>
          <p:cNvSpPr/>
          <p:nvPr/>
        </p:nvSpPr>
        <p:spPr>
          <a:xfrm>
            <a:off x="7516368" y="182880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≤ 0,12 kgCO₂/kWh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6126480" y="226771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>
                <a:solidFill>
                  <a:srgbClr val="8BA8C8"/>
                </a:solidFill>
              </a:rPr>
              <a:t>Src : OVHcloud Corporate 2024</a:t>
            </a:r>
            <a:endParaRPr lang="en-US" sz="600"/>
          </a:p>
        </p:txBody>
      </p:sp>
      <p:sp>
        <p:nvSpPr>
          <p:cNvPr id="39" name="Shape 37"/>
          <p:cNvSpPr/>
          <p:nvPr/>
        </p:nvSpPr>
        <p:spPr>
          <a:xfrm>
            <a:off x="201168" y="2697480"/>
            <a:ext cx="2743200" cy="1627632"/>
          </a:xfrm>
          <a:prstGeom prst="rect">
            <a:avLst/>
          </a:prstGeom>
          <a:solidFill>
            <a:srgbClr val="0D2B55"/>
          </a:solidFill>
          <a:ln w="889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01168" y="2697480"/>
            <a:ext cx="2743200" cy="457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01168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</a:rPr>
              <a:t>Recond.</a:t>
            </a:r>
            <a:endParaRPr lang="en-US" sz="1700"/>
          </a:p>
        </p:txBody>
      </p:sp>
      <p:sp>
        <p:nvSpPr>
          <p:cNvPr id="42" name="Text 40"/>
          <p:cNvSpPr/>
          <p:nvPr/>
        </p:nvSpPr>
        <p:spPr>
          <a:xfrm>
            <a:off x="274320" y="320040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BA8C8"/>
                </a:solidFill>
              </a:rPr>
              <a:t>Composants reconditionnés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292608" y="3502152"/>
            <a:ext cx="1115568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92608" y="3502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</a:rPr>
              <a:t>Actuel</a:t>
            </a:r>
            <a:endParaRPr lang="en-US" sz="700"/>
          </a:p>
        </p:txBody>
      </p:sp>
      <p:sp>
        <p:nvSpPr>
          <p:cNvPr id="45" name="Text 43"/>
          <p:cNvSpPr/>
          <p:nvPr/>
        </p:nvSpPr>
        <p:spPr>
          <a:xfrm>
            <a:off x="292608" y="372160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17%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1664208" y="3502152"/>
            <a:ext cx="1115568" cy="594360"/>
          </a:xfrm>
          <a:prstGeom prst="rect">
            <a:avLst/>
          </a:prstGeom>
          <a:solidFill>
            <a:srgbClr val="1A4A8A">
              <a:alpha val="85000"/>
            </a:srgbClr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664208" y="3502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</a:rPr>
              <a:t>Cible</a:t>
            </a:r>
            <a:endParaRPr lang="en-US" sz="700"/>
          </a:p>
        </p:txBody>
      </p:sp>
      <p:sp>
        <p:nvSpPr>
          <p:cNvPr id="48" name="Text 46"/>
          <p:cNvSpPr/>
          <p:nvPr/>
        </p:nvSpPr>
        <p:spPr>
          <a:xfrm>
            <a:off x="1664208" y="372160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25%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274320" y="416052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>
                <a:solidFill>
                  <a:srgbClr val="8BA8C8"/>
                </a:solidFill>
              </a:rPr>
              <a:t>Src : OVHcloud Corporate 2024</a:t>
            </a:r>
            <a:endParaRPr lang="en-US" sz="600"/>
          </a:p>
        </p:txBody>
      </p:sp>
      <p:sp>
        <p:nvSpPr>
          <p:cNvPr id="50" name="Shape 48"/>
          <p:cNvSpPr/>
          <p:nvPr/>
        </p:nvSpPr>
        <p:spPr>
          <a:xfrm>
            <a:off x="3127248" y="2697480"/>
            <a:ext cx="2743200" cy="1627632"/>
          </a:xfrm>
          <a:prstGeom prst="rect">
            <a:avLst/>
          </a:prstGeom>
          <a:solidFill>
            <a:srgbClr val="0D2B55"/>
          </a:solidFill>
          <a:ln w="889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127248" y="269748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127248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</a:rPr>
              <a:t>Durée vie</a:t>
            </a:r>
            <a:endParaRPr lang="en-US" sz="1700"/>
          </a:p>
        </p:txBody>
      </p:sp>
      <p:sp>
        <p:nvSpPr>
          <p:cNvPr id="53" name="Text 51"/>
          <p:cNvSpPr/>
          <p:nvPr/>
        </p:nvSpPr>
        <p:spPr>
          <a:xfrm>
            <a:off x="3200400" y="320040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BA8C8"/>
                </a:solidFill>
              </a:rPr>
              <a:t>Durée de vie moy. serveurs</a:t>
            </a:r>
            <a:endParaRPr lang="en-US" sz="750"/>
          </a:p>
        </p:txBody>
      </p:sp>
      <p:sp>
        <p:nvSpPr>
          <p:cNvPr id="54" name="Shape 52"/>
          <p:cNvSpPr/>
          <p:nvPr/>
        </p:nvSpPr>
        <p:spPr>
          <a:xfrm>
            <a:off x="3218688" y="3502152"/>
            <a:ext cx="1115568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3218688" y="3502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</a:rPr>
              <a:t>Actuel</a:t>
            </a:r>
            <a:endParaRPr lang="en-US" sz="700"/>
          </a:p>
        </p:txBody>
      </p:sp>
      <p:sp>
        <p:nvSpPr>
          <p:cNvPr id="56" name="Text 54"/>
          <p:cNvSpPr/>
          <p:nvPr/>
        </p:nvSpPr>
        <p:spPr>
          <a:xfrm>
            <a:off x="3218688" y="372160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4,5 ans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4590288" y="3502152"/>
            <a:ext cx="1115568" cy="594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590288" y="3502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</a:rPr>
              <a:t>Cible</a:t>
            </a:r>
            <a:endParaRPr lang="en-US" sz="700"/>
          </a:p>
        </p:txBody>
      </p:sp>
      <p:sp>
        <p:nvSpPr>
          <p:cNvPr id="59" name="Text 57"/>
          <p:cNvSpPr/>
          <p:nvPr/>
        </p:nvSpPr>
        <p:spPr>
          <a:xfrm>
            <a:off x="4590288" y="372160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≥ 6 ans</a:t>
            </a:r>
            <a:endParaRPr lang="en-US" sz="900"/>
          </a:p>
        </p:txBody>
      </p:sp>
      <p:sp>
        <p:nvSpPr>
          <p:cNvPr id="60" name="Text 58"/>
          <p:cNvSpPr/>
          <p:nvPr/>
        </p:nvSpPr>
        <p:spPr>
          <a:xfrm>
            <a:off x="3200400" y="416052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>
                <a:solidFill>
                  <a:srgbClr val="8BA8C8"/>
                </a:solidFill>
              </a:rPr>
              <a:t>Src : OVHcloud Corporate 2024</a:t>
            </a:r>
            <a:endParaRPr lang="en-US" sz="600"/>
          </a:p>
        </p:txBody>
      </p:sp>
      <p:sp>
        <p:nvSpPr>
          <p:cNvPr id="61" name="Shape 59"/>
          <p:cNvSpPr/>
          <p:nvPr/>
        </p:nvSpPr>
        <p:spPr>
          <a:xfrm>
            <a:off x="6053328" y="2697480"/>
            <a:ext cx="2743200" cy="1627632"/>
          </a:xfrm>
          <a:prstGeom prst="rect">
            <a:avLst/>
          </a:prstGeom>
          <a:solidFill>
            <a:srgbClr val="0D2B55"/>
          </a:solidFill>
          <a:ln w="889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6053328" y="269748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053328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</a:rPr>
              <a:t>ENR</a:t>
            </a:r>
            <a:endParaRPr lang="en-US" sz="1700"/>
          </a:p>
        </p:txBody>
      </p:sp>
      <p:sp>
        <p:nvSpPr>
          <p:cNvPr id="64" name="Text 62"/>
          <p:cNvSpPr/>
          <p:nvPr/>
        </p:nvSpPr>
        <p:spPr>
          <a:xfrm>
            <a:off x="6126480" y="320040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8BA8C8"/>
                </a:solidFill>
              </a:rPr>
              <a:t>Énergie renouvelable mix</a:t>
            </a:r>
            <a:endParaRPr lang="en-US" sz="750"/>
          </a:p>
        </p:txBody>
      </p:sp>
      <p:sp>
        <p:nvSpPr>
          <p:cNvPr id="65" name="Shape 63"/>
          <p:cNvSpPr/>
          <p:nvPr/>
        </p:nvSpPr>
        <p:spPr>
          <a:xfrm>
            <a:off x="6144768" y="3502152"/>
            <a:ext cx="1115568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6144768" y="3502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</a:rPr>
              <a:t>Actuel</a:t>
            </a:r>
            <a:endParaRPr lang="en-US" sz="700"/>
          </a:p>
        </p:txBody>
      </p:sp>
      <p:sp>
        <p:nvSpPr>
          <p:cNvPr id="67" name="Text 65"/>
          <p:cNvSpPr/>
          <p:nvPr/>
        </p:nvSpPr>
        <p:spPr>
          <a:xfrm>
            <a:off x="6144768" y="372160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91%</a:t>
            </a:r>
            <a:endParaRPr lang="en-US" sz="900"/>
          </a:p>
        </p:txBody>
      </p:sp>
      <p:sp>
        <p:nvSpPr>
          <p:cNvPr id="68" name="Shape 66"/>
          <p:cNvSpPr/>
          <p:nvPr/>
        </p:nvSpPr>
        <p:spPr>
          <a:xfrm>
            <a:off x="7516368" y="3502152"/>
            <a:ext cx="1115568" cy="59436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7516368" y="3502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</a:rPr>
              <a:t>Cible</a:t>
            </a:r>
            <a:endParaRPr lang="en-US" sz="700"/>
          </a:p>
        </p:txBody>
      </p:sp>
      <p:sp>
        <p:nvSpPr>
          <p:cNvPr id="70" name="Text 68"/>
          <p:cNvSpPr/>
          <p:nvPr/>
        </p:nvSpPr>
        <p:spPr>
          <a:xfrm>
            <a:off x="7516368" y="372160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100%</a:t>
            </a:r>
            <a:endParaRPr lang="en-US" sz="900"/>
          </a:p>
        </p:txBody>
      </p:sp>
      <p:sp>
        <p:nvSpPr>
          <p:cNvPr id="71" name="Text 69"/>
          <p:cNvSpPr/>
          <p:nvPr/>
        </p:nvSpPr>
        <p:spPr>
          <a:xfrm>
            <a:off x="6126480" y="4160520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>
                <a:solidFill>
                  <a:srgbClr val="8BA8C8"/>
                </a:solidFill>
              </a:rPr>
              <a:t>Src : OVHcloud Blog fév. 2024</a:t>
            </a:r>
            <a:endParaRPr lang="en-US" sz="600"/>
          </a:p>
        </p:txBody>
      </p:sp>
      <p:sp>
        <p:nvSpPr>
          <p:cNvPr id="72" name="Text 70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8BA8C8"/>
                </a:solidFill>
              </a:rPr>
              <a:t>Sources : OVHcloud Corporate 2024 · OVHcloud Blog fév. 2024 · Méthodologie calculatrice carbone OVHcloud nov. 2023</a:t>
            </a:r>
            <a:endParaRPr lang="en-US" sz="650"/>
          </a:p>
        </p:txBody>
      </p:sp>
      <p:sp>
        <p:nvSpPr>
          <p:cNvPr id="73" name="Shape 1">
            <a:extLst>
              <a:ext uri="{FF2B5EF4-FFF2-40B4-BE49-F238E27FC236}">
                <a16:creationId xmlns:a16="http://schemas.microsoft.com/office/drawing/2014/main" id="{F3F3BEE1-644D-E720-78A4-157302CD275B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30C80C28-0289-BF6B-2A91-CD2A12C796BD}"/>
              </a:ext>
            </a:extLst>
          </p:cNvPr>
          <p:cNvSpPr txBox="1"/>
          <p:nvPr/>
        </p:nvSpPr>
        <p:spPr>
          <a:xfrm>
            <a:off x="109464" y="206073"/>
            <a:ext cx="338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12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 Gouvernance &amp; pilotage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sobriété numérique s'intègre dans le pilotage opérationnel quotidien — à tous les niveaux de l'organisation.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256032" y="1143000"/>
            <a:ext cx="8631936" cy="347472"/>
          </a:xfrm>
          <a:prstGeom prst="rect">
            <a:avLst/>
          </a:prstGeom>
          <a:solidFill>
            <a:srgbClr val="0A1628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14300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891B2"/>
                </a:solidFill>
              </a:rPr>
              <a:t>COMITÉ SOBRIÉTÉ NUMÉRIQUE — GROUPE 1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64962" y="1697784"/>
            <a:ext cx="1358742" cy="1273017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64962" y="1697784"/>
            <a:ext cx="1358742" cy="5464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18162" y="1816656"/>
            <a:ext cx="425339" cy="452128"/>
          </a:xfrm>
          <a:prstGeom prst="ellipse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18162" y="1816656"/>
            <a:ext cx="425339" cy="45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👤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02395" y="2270713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>
                <a:solidFill>
                  <a:srgbClr val="1A2A3A"/>
                </a:solidFill>
                <a:ea typeface="+mn-lt"/>
                <a:cs typeface="+mn-lt"/>
              </a:rPr>
              <a:t>Dylan DESIR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1325" y="2428518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891B2"/>
                </a:solidFill>
              </a:rPr>
              <a:t>Chef de projet Green IT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338114" y="2676478"/>
            <a:ext cx="1257086" cy="22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global · Reporting trimestriel · Arbitrages</a:t>
            </a:r>
            <a:endParaRPr lang="en-US" sz="700"/>
          </a:p>
        </p:txBody>
      </p:sp>
      <p:sp>
        <p:nvSpPr>
          <p:cNvPr id="37" name="Shape 35"/>
          <p:cNvSpPr/>
          <p:nvPr/>
        </p:nvSpPr>
        <p:spPr>
          <a:xfrm>
            <a:off x="256032" y="3429000"/>
            <a:ext cx="2743200" cy="804672"/>
          </a:xfrm>
          <a:prstGeom prst="rect">
            <a:avLst/>
          </a:prstGeom>
          <a:solidFill>
            <a:srgbClr val="0A1628"/>
          </a:solidFill>
          <a:ln w="889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65760" y="349300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891B2"/>
                </a:solidFill>
              </a:rPr>
              <a:t>Mensuelle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365760" y="3813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KPI opérationnels</a:t>
            </a:r>
            <a:endParaRPr lang="en-US" sz="850"/>
          </a:p>
        </p:txBody>
      </p:sp>
      <p:sp>
        <p:nvSpPr>
          <p:cNvPr id="40" name="Shape 38"/>
          <p:cNvSpPr/>
          <p:nvPr/>
        </p:nvSpPr>
        <p:spPr>
          <a:xfrm>
            <a:off x="3200400" y="3429000"/>
            <a:ext cx="2743200" cy="804672"/>
          </a:xfrm>
          <a:prstGeom prst="rect">
            <a:avLst/>
          </a:prstGeom>
          <a:solidFill>
            <a:srgbClr val="0A1628"/>
          </a:solidFill>
          <a:ln w="889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310128" y="349300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4A8A"/>
                </a:solidFill>
              </a:rPr>
              <a:t>Trimestrielle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3310128" y="3813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Green IT — bilan &amp; ajustements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144768" y="3429000"/>
            <a:ext cx="2743200" cy="804672"/>
          </a:xfrm>
          <a:prstGeom prst="rect">
            <a:avLst/>
          </a:prstGeom>
          <a:solidFill>
            <a:srgbClr val="0A1628"/>
          </a:solidFill>
          <a:ln w="889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254496" y="349300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C39A"/>
                </a:solidFill>
              </a:rPr>
              <a:t>Annuelle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6254496" y="381304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RSE / CSRD — publication externe</a:t>
            </a:r>
            <a:endParaRPr lang="en-US" sz="850"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F9902E3C-77CD-E1E1-10F9-8A094472D349}"/>
              </a:ext>
            </a:extLst>
          </p:cNvPr>
          <p:cNvSpPr/>
          <p:nvPr/>
        </p:nvSpPr>
        <p:spPr>
          <a:xfrm>
            <a:off x="2086619" y="1688854"/>
            <a:ext cx="1358742" cy="1273017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BE3E87BE-4954-DE5D-5AF0-8F924E5C0287}"/>
              </a:ext>
            </a:extLst>
          </p:cNvPr>
          <p:cNvSpPr/>
          <p:nvPr/>
        </p:nvSpPr>
        <p:spPr>
          <a:xfrm>
            <a:off x="2086619" y="1688854"/>
            <a:ext cx="1358742" cy="5464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9">
            <a:extLst>
              <a:ext uri="{FF2B5EF4-FFF2-40B4-BE49-F238E27FC236}">
                <a16:creationId xmlns:a16="http://schemas.microsoft.com/office/drawing/2014/main" id="{19BFFAF6-CBF6-08B9-88B2-6B070F7847CE}"/>
              </a:ext>
            </a:extLst>
          </p:cNvPr>
          <p:cNvSpPr/>
          <p:nvPr/>
        </p:nvSpPr>
        <p:spPr>
          <a:xfrm>
            <a:off x="2539818" y="1807726"/>
            <a:ext cx="425339" cy="452128"/>
          </a:xfrm>
          <a:prstGeom prst="ellipse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1BCFE7C8-0934-B8FB-8F25-39A4C1FCEF9A}"/>
              </a:ext>
            </a:extLst>
          </p:cNvPr>
          <p:cNvSpPr/>
          <p:nvPr/>
        </p:nvSpPr>
        <p:spPr>
          <a:xfrm>
            <a:off x="2539818" y="1807726"/>
            <a:ext cx="425339" cy="45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👤</a:t>
            </a:r>
            <a:endParaRPr lang="en-US" sz="180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A0C5DA54-364F-8B9A-2724-FB8CC306354D}"/>
              </a:ext>
            </a:extLst>
          </p:cNvPr>
          <p:cNvSpPr/>
          <p:nvPr/>
        </p:nvSpPr>
        <p:spPr>
          <a:xfrm>
            <a:off x="2124051" y="2261783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>
                <a:solidFill>
                  <a:srgbClr val="1A2A3A"/>
                </a:solidFill>
                <a:ea typeface="+mn-lt"/>
                <a:cs typeface="+mn-lt"/>
              </a:rPr>
              <a:t>Hugo DISSEZ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6E011CF9-9BCC-E2A4-FDBC-E3B85D841E03}"/>
              </a:ext>
            </a:extLst>
          </p:cNvPr>
          <p:cNvSpPr/>
          <p:nvPr/>
        </p:nvSpPr>
        <p:spPr>
          <a:xfrm>
            <a:off x="2132981" y="2419588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0891B2"/>
                </a:solidFill>
              </a:rPr>
              <a:t>Sous- chef de </a:t>
            </a:r>
            <a:r>
              <a:rPr lang="en-US" sz="750" err="1">
                <a:solidFill>
                  <a:srgbClr val="0891B2"/>
                </a:solidFill>
              </a:rPr>
              <a:t>projet</a:t>
            </a:r>
            <a:r>
              <a:rPr lang="en-US" sz="750">
                <a:solidFill>
                  <a:srgbClr val="0891B2"/>
                </a:solidFill>
              </a:rPr>
              <a:t> Green IT</a:t>
            </a:r>
            <a:endParaRPr lang="en-US" sz="750"/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21E6BA98-402B-FC4F-84FD-57F93F1FB9A8}"/>
              </a:ext>
            </a:extLst>
          </p:cNvPr>
          <p:cNvSpPr/>
          <p:nvPr/>
        </p:nvSpPr>
        <p:spPr>
          <a:xfrm>
            <a:off x="2159771" y="2667548"/>
            <a:ext cx="1257086" cy="22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global · Reporting trimestriel · Arbitrages</a:t>
            </a:r>
            <a:endParaRPr lang="en-US" sz="700"/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BE1E5F42-339D-A7AE-6952-C1139AB57C96}"/>
              </a:ext>
            </a:extLst>
          </p:cNvPr>
          <p:cNvSpPr/>
          <p:nvPr/>
        </p:nvSpPr>
        <p:spPr>
          <a:xfrm>
            <a:off x="3899344" y="1688853"/>
            <a:ext cx="1358742" cy="1273017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392DD3A0-FF2E-F924-BD39-E6EEF32A04B8}"/>
              </a:ext>
            </a:extLst>
          </p:cNvPr>
          <p:cNvSpPr/>
          <p:nvPr/>
        </p:nvSpPr>
        <p:spPr>
          <a:xfrm>
            <a:off x="3899344" y="1688853"/>
            <a:ext cx="1358742" cy="5464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0B67DEC5-2A62-3060-3D79-A955098CBBA3}"/>
              </a:ext>
            </a:extLst>
          </p:cNvPr>
          <p:cNvSpPr/>
          <p:nvPr/>
        </p:nvSpPr>
        <p:spPr>
          <a:xfrm>
            <a:off x="4352544" y="1807725"/>
            <a:ext cx="425339" cy="452128"/>
          </a:xfrm>
          <a:prstGeom prst="ellipse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55D1556C-9225-EF24-4FAE-9C83F5D7FBB8}"/>
              </a:ext>
            </a:extLst>
          </p:cNvPr>
          <p:cNvSpPr/>
          <p:nvPr/>
        </p:nvSpPr>
        <p:spPr>
          <a:xfrm>
            <a:off x="4352544" y="1807725"/>
            <a:ext cx="425339" cy="45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👤</a:t>
            </a:r>
            <a:endParaRPr lang="en-US" sz="180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4DE17A05-13DB-EB71-A5AB-2CB331B43DF7}"/>
              </a:ext>
            </a:extLst>
          </p:cNvPr>
          <p:cNvSpPr/>
          <p:nvPr/>
        </p:nvSpPr>
        <p:spPr>
          <a:xfrm>
            <a:off x="3936776" y="2261782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>
                <a:solidFill>
                  <a:srgbClr val="1A2A3A"/>
                </a:solidFill>
              </a:rPr>
              <a:t>Ashley EDOH</a:t>
            </a:r>
            <a:endParaRPr lang="en-US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214CA548-46A3-85B7-6DEC-BAF5E3C7BEC4}"/>
              </a:ext>
            </a:extLst>
          </p:cNvPr>
          <p:cNvSpPr/>
          <p:nvPr/>
        </p:nvSpPr>
        <p:spPr>
          <a:xfrm>
            <a:off x="3945707" y="2419587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err="1">
                <a:solidFill>
                  <a:srgbClr val="0891B2"/>
                </a:solidFill>
              </a:rPr>
              <a:t>Référent</a:t>
            </a:r>
            <a:r>
              <a:rPr lang="en-US" sz="800">
                <a:solidFill>
                  <a:srgbClr val="0891B2"/>
                </a:solidFill>
              </a:rPr>
              <a:t> Infrastructure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1A0A6A54-0CA0-5D74-956E-CE6010F7BBD7}"/>
              </a:ext>
            </a:extLst>
          </p:cNvPr>
          <p:cNvSpPr/>
          <p:nvPr/>
        </p:nvSpPr>
        <p:spPr>
          <a:xfrm>
            <a:off x="3972496" y="2667547"/>
            <a:ext cx="1257086" cy="22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PUE / WUE · </a:t>
            </a:r>
            <a:r>
              <a:rPr lang="en-US" sz="700" err="1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Refroidissement</a:t>
            </a:r>
            <a:r>
              <a:rPr lang="en-US" sz="700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 · Datacenters</a:t>
            </a:r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C2854DFD-BFA9-1B3C-97E5-6303B3B72972}"/>
              </a:ext>
            </a:extLst>
          </p:cNvPr>
          <p:cNvSpPr/>
          <p:nvPr/>
        </p:nvSpPr>
        <p:spPr>
          <a:xfrm>
            <a:off x="5703142" y="1688853"/>
            <a:ext cx="1358742" cy="1273017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8">
            <a:extLst>
              <a:ext uri="{FF2B5EF4-FFF2-40B4-BE49-F238E27FC236}">
                <a16:creationId xmlns:a16="http://schemas.microsoft.com/office/drawing/2014/main" id="{F347F11B-D842-1E55-B5C9-3CE691E424A6}"/>
              </a:ext>
            </a:extLst>
          </p:cNvPr>
          <p:cNvSpPr/>
          <p:nvPr/>
        </p:nvSpPr>
        <p:spPr>
          <a:xfrm>
            <a:off x="5703142" y="1688853"/>
            <a:ext cx="1358742" cy="5464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30BEB007-0AC4-4D85-B4F7-687845575728}"/>
              </a:ext>
            </a:extLst>
          </p:cNvPr>
          <p:cNvSpPr/>
          <p:nvPr/>
        </p:nvSpPr>
        <p:spPr>
          <a:xfrm>
            <a:off x="6156342" y="1807725"/>
            <a:ext cx="425339" cy="452128"/>
          </a:xfrm>
          <a:prstGeom prst="ellipse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10">
            <a:extLst>
              <a:ext uri="{FF2B5EF4-FFF2-40B4-BE49-F238E27FC236}">
                <a16:creationId xmlns:a16="http://schemas.microsoft.com/office/drawing/2014/main" id="{6AD80DEE-6D2A-CFAC-C2BD-F62CEEA550E9}"/>
              </a:ext>
            </a:extLst>
          </p:cNvPr>
          <p:cNvSpPr/>
          <p:nvPr/>
        </p:nvSpPr>
        <p:spPr>
          <a:xfrm>
            <a:off x="6156342" y="1807725"/>
            <a:ext cx="425339" cy="45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👤</a:t>
            </a:r>
            <a:endParaRPr lang="en-US" sz="1800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0B170896-6059-26F0-D0BB-4FDE84552BA5}"/>
              </a:ext>
            </a:extLst>
          </p:cNvPr>
          <p:cNvSpPr/>
          <p:nvPr/>
        </p:nvSpPr>
        <p:spPr>
          <a:xfrm>
            <a:off x="5740574" y="2261782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>
                <a:solidFill>
                  <a:srgbClr val="1A2A3A"/>
                </a:solidFill>
                <a:ea typeface="+mn-lt"/>
                <a:cs typeface="+mn-lt"/>
              </a:rPr>
              <a:t>Solange EYAGA NDEME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1684265C-0C77-CE64-DF23-532BC7DD4BE9}"/>
              </a:ext>
            </a:extLst>
          </p:cNvPr>
          <p:cNvSpPr/>
          <p:nvPr/>
        </p:nvSpPr>
        <p:spPr>
          <a:xfrm>
            <a:off x="5749505" y="2419587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err="1">
                <a:solidFill>
                  <a:srgbClr val="0891B2"/>
                </a:solidFill>
              </a:rPr>
              <a:t>Référent</a:t>
            </a:r>
            <a:r>
              <a:rPr lang="en-US" sz="800">
                <a:solidFill>
                  <a:srgbClr val="0891B2"/>
                </a:solidFill>
              </a:rPr>
              <a:t> </a:t>
            </a:r>
            <a:r>
              <a:rPr lang="en-US" sz="800" err="1">
                <a:solidFill>
                  <a:srgbClr val="0891B2"/>
                </a:solidFill>
              </a:rPr>
              <a:t>Achats</a:t>
            </a:r>
            <a:r>
              <a:rPr lang="en-US" sz="800">
                <a:solidFill>
                  <a:srgbClr val="0891B2"/>
                </a:solidFill>
              </a:rPr>
              <a:t> IT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AF8962E8-AA49-16F2-02FF-ED30638EA88E}"/>
              </a:ext>
            </a:extLst>
          </p:cNvPr>
          <p:cNvSpPr/>
          <p:nvPr/>
        </p:nvSpPr>
        <p:spPr>
          <a:xfrm>
            <a:off x="5776294" y="2667547"/>
            <a:ext cx="1257086" cy="22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Politique </a:t>
            </a:r>
            <a:r>
              <a:rPr lang="en-US" sz="700" err="1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reconditionné</a:t>
            </a:r>
            <a:r>
              <a:rPr lang="en-US" sz="700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 · Supply chain ·</a:t>
            </a:r>
            <a:r>
              <a:rPr lang="en-US" sz="700" err="1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Fournisseurs</a:t>
            </a:r>
            <a:endParaRPr lang="en-US" sz="7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66BBA231-421D-ADCA-6FAE-EA0570B925AE}"/>
              </a:ext>
            </a:extLst>
          </p:cNvPr>
          <p:cNvSpPr/>
          <p:nvPr/>
        </p:nvSpPr>
        <p:spPr>
          <a:xfrm>
            <a:off x="7524798" y="1715643"/>
            <a:ext cx="1358742" cy="1273017"/>
          </a:xfrm>
          <a:prstGeom prst="rect">
            <a:avLst/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Shape 8">
            <a:extLst>
              <a:ext uri="{FF2B5EF4-FFF2-40B4-BE49-F238E27FC236}">
                <a16:creationId xmlns:a16="http://schemas.microsoft.com/office/drawing/2014/main" id="{D0207FFE-24D2-E39A-A999-39FD5E83F869}"/>
              </a:ext>
            </a:extLst>
          </p:cNvPr>
          <p:cNvSpPr/>
          <p:nvPr/>
        </p:nvSpPr>
        <p:spPr>
          <a:xfrm>
            <a:off x="7524798" y="1715643"/>
            <a:ext cx="1358742" cy="5464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9">
            <a:extLst>
              <a:ext uri="{FF2B5EF4-FFF2-40B4-BE49-F238E27FC236}">
                <a16:creationId xmlns:a16="http://schemas.microsoft.com/office/drawing/2014/main" id="{7025A799-EDB6-C598-ABE8-F42A9259E69C}"/>
              </a:ext>
            </a:extLst>
          </p:cNvPr>
          <p:cNvSpPr/>
          <p:nvPr/>
        </p:nvSpPr>
        <p:spPr>
          <a:xfrm>
            <a:off x="7977998" y="1834515"/>
            <a:ext cx="425339" cy="452128"/>
          </a:xfrm>
          <a:prstGeom prst="ellipse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Text 10">
            <a:extLst>
              <a:ext uri="{FF2B5EF4-FFF2-40B4-BE49-F238E27FC236}">
                <a16:creationId xmlns:a16="http://schemas.microsoft.com/office/drawing/2014/main" id="{E28C387D-925A-D3DC-490F-7B0218419F07}"/>
              </a:ext>
            </a:extLst>
          </p:cNvPr>
          <p:cNvSpPr/>
          <p:nvPr/>
        </p:nvSpPr>
        <p:spPr>
          <a:xfrm>
            <a:off x="7977998" y="1834515"/>
            <a:ext cx="425339" cy="45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👤</a:t>
            </a:r>
            <a:endParaRPr lang="en-US" sz="1800"/>
          </a:p>
        </p:txBody>
      </p:sp>
      <p:sp>
        <p:nvSpPr>
          <p:cNvPr id="90" name="Text 11">
            <a:extLst>
              <a:ext uri="{FF2B5EF4-FFF2-40B4-BE49-F238E27FC236}">
                <a16:creationId xmlns:a16="http://schemas.microsoft.com/office/drawing/2014/main" id="{77C88A2B-93AD-C974-B815-A438DA349A16}"/>
              </a:ext>
            </a:extLst>
          </p:cNvPr>
          <p:cNvSpPr/>
          <p:nvPr/>
        </p:nvSpPr>
        <p:spPr>
          <a:xfrm>
            <a:off x="7562230" y="2288572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>
                <a:solidFill>
                  <a:srgbClr val="1A2A3A"/>
                </a:solidFill>
                <a:ea typeface="+mn-lt"/>
                <a:cs typeface="+mn-lt"/>
              </a:rPr>
              <a:t>Alex FAMECHON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52A61E56-E363-8070-1599-43D944CD8FF4}"/>
              </a:ext>
            </a:extLst>
          </p:cNvPr>
          <p:cNvSpPr/>
          <p:nvPr/>
        </p:nvSpPr>
        <p:spPr>
          <a:xfrm>
            <a:off x="7571161" y="2446377"/>
            <a:ext cx="1257086" cy="184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err="1">
                <a:solidFill>
                  <a:srgbClr val="0891B2"/>
                </a:solidFill>
              </a:rPr>
              <a:t>Référent</a:t>
            </a:r>
            <a:r>
              <a:rPr lang="en-US" sz="800">
                <a:solidFill>
                  <a:srgbClr val="0891B2"/>
                </a:solidFill>
              </a:rPr>
              <a:t> RSE &amp; Reporting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A51F4A86-D6CA-28CE-3D0F-B1E75D7E1A33}"/>
              </a:ext>
            </a:extLst>
          </p:cNvPr>
          <p:cNvSpPr/>
          <p:nvPr/>
        </p:nvSpPr>
        <p:spPr>
          <a:xfrm>
            <a:off x="7597949" y="2694337"/>
            <a:ext cx="1257086" cy="22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CSRD · Bilan </a:t>
            </a:r>
            <a:r>
              <a:rPr lang="en-US" sz="700" err="1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carbone</a:t>
            </a:r>
            <a:r>
              <a:rPr lang="en-US" sz="700">
                <a:solidFill>
                  <a:srgbClr val="8BA8C8"/>
                </a:solidFill>
                <a:latin typeface="Calibri"/>
                <a:ea typeface="Calibri"/>
                <a:cs typeface="Calibri"/>
              </a:rPr>
              <a:t> · Communication externe</a:t>
            </a:r>
            <a:endParaRPr lang="en-US" sz="7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76656" y="164592"/>
            <a:ext cx="8238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Conclusion &amp; ouverture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1353312"/>
          </a:xfrm>
          <a:prstGeom prst="rect">
            <a:avLst/>
          </a:prstGeom>
          <a:solidFill>
            <a:srgbClr val="0D2B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💰  ROI Économique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coûts énergétiques · Allongement durée vie matériel · Évitement CAPEX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4690872" y="822960"/>
            <a:ext cx="4160520" cy="1353312"/>
          </a:xfrm>
          <a:prstGeom prst="rect">
            <a:avLst/>
          </a:prstGeom>
          <a:solidFill>
            <a:srgbClr val="0D2B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90872" y="822960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28032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🌱  ROI Environnemental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828032" y="135331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−73,4% GES Scopes 1&amp;2 d'ici 2030 · 100% ENR · WUE record industrie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228600" y="2395728"/>
            <a:ext cx="4160520" cy="1353312"/>
          </a:xfrm>
          <a:prstGeom prst="rect">
            <a:avLst/>
          </a:prstGeom>
          <a:solidFill>
            <a:srgbClr val="0D2B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395728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25328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🏆  ROI Social &amp; Attractivité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Employeur responsable · Confiance clients · Différenciation concurrentielle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690872" y="2395728"/>
            <a:ext cx="4160520" cy="1353312"/>
          </a:xfrm>
          <a:prstGeom prst="rect">
            <a:avLst/>
          </a:prstGeom>
          <a:solidFill>
            <a:srgbClr val="0D2B55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90872" y="2395728"/>
            <a:ext cx="4160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28032" y="25328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⚖️  Conformité &amp; Risques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828032" y="29260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anticipée · SBTi aligné · Greenwashing évité par transparence KPI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228600" y="3913632"/>
            <a:ext cx="8686800" cy="822960"/>
          </a:xfrm>
          <a:prstGeom prst="rect">
            <a:avLst/>
          </a:prstGeom>
          <a:solidFill>
            <a:srgbClr val="0D2B55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91B2"/>
                </a:solidFill>
              </a:rPr>
              <a:t>Pistes à approfondir :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65760" y="4251960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: ISO 50001 · Label NF Environnement cloud     Partenariats : fournisseurs reconditionné, ENR     Stratégie long terme : Hybrid Immersion Cooling · IA refroidissement · SBTi 2030</a:t>
            </a:r>
            <a:endParaRPr lang="en-US" sz="85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766D45E7-CE7C-6DB1-6702-CD16B7126C0E}"/>
              </a:ext>
            </a:extLst>
          </p:cNvPr>
          <p:cNvSpPr/>
          <p:nvPr/>
        </p:nvSpPr>
        <p:spPr>
          <a:xfrm>
            <a:off x="0" y="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94865F0-B58F-DB85-C722-94F10F46F1F2}"/>
              </a:ext>
            </a:extLst>
          </p:cNvPr>
          <p:cNvSpPr txBox="1"/>
          <p:nvPr/>
        </p:nvSpPr>
        <p:spPr>
          <a:xfrm>
            <a:off x="109464" y="206073"/>
            <a:ext cx="338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bg1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98687CDFD71489FE41F23CBB2D498" ma:contentTypeVersion="10" ma:contentTypeDescription="Crée un document." ma:contentTypeScope="" ma:versionID="11d0eb1f314104d4ced24556b6d4ac64">
  <xsd:schema xmlns:xsd="http://www.w3.org/2001/XMLSchema" xmlns:xs="http://www.w3.org/2001/XMLSchema" xmlns:p="http://schemas.microsoft.com/office/2006/metadata/properties" xmlns:ns2="e1ba188e-b0e5-44c1-9554-a16dba1bb17f" xmlns:ns3="e1b118b4-d9d6-4c76-978c-617ab2cbb075" targetNamespace="http://schemas.microsoft.com/office/2006/metadata/properties" ma:root="true" ma:fieldsID="d57453f46f2299a81bdb9a3d3ef77328" ns2:_="" ns3:_="">
    <xsd:import namespace="e1ba188e-b0e5-44c1-9554-a16dba1bb17f"/>
    <xsd:import namespace="e1b118b4-d9d6-4c76-978c-617ab2cbb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a188e-b0e5-44c1-9554-a16dba1bb1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f809d85-0f24-42ce-a366-0efc0a589b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118b4-d9d6-4c76-978c-617ab2cbb0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960f8bf-9a53-4402-aad3-d4d1bbd5128f}" ma:internalName="TaxCatchAll" ma:showField="CatchAllData" ma:web="e1b118b4-d9d6-4c76-978c-617ab2cbb0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ba188e-b0e5-44c1-9554-a16dba1bb17f">
      <Terms xmlns="http://schemas.microsoft.com/office/infopath/2007/PartnerControls"/>
    </lcf76f155ced4ddcb4097134ff3c332f>
    <TaxCatchAll xmlns="e1b118b4-d9d6-4c76-978c-617ab2cbb0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B824E4-F3B2-4EE8-A0C1-AA6387519F87}">
  <ds:schemaRefs>
    <ds:schemaRef ds:uri="e1b118b4-d9d6-4c76-978c-617ab2cbb075"/>
    <ds:schemaRef ds:uri="e1ba188e-b0e5-44c1-9554-a16dba1bb1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856EF10-67C6-4574-A954-EE3E6A4A599A}">
  <ds:schemaRefs>
    <ds:schemaRef ds:uri="e1b118b4-d9d6-4c76-978c-617ab2cbb075"/>
    <ds:schemaRef ds:uri="e1ba188e-b0e5-44c1-9554-a16dba1bb17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0F61E29-6673-40E4-AD15-1E0CE64F5F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2026-03-16T21:14:16Z</dcterms:created>
  <dcterms:modified xsi:type="dcterms:W3CDTF">2026-03-17T10:54:40Z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0x01010041898687CDFD71489FE41F23CBB2D498</vt:lpwstr>
  </property>
  <property fmtid="{D5CDD505-2E9C-101B-9397-08002B2CF9AE}" pid="3" name="MSIP_Label_47e7dfc5-2bf4-4a75-8664-2dc4b3bb1d09_Enabled">
    <vt:lpwstr>true</vt:lpwstr>
  </property>
  <property fmtid="{D5CDD505-2E9C-101B-9397-08002B2CF9AE}" pid="4" name="MSIP_Label_47e7dfc5-2bf4-4a75-8664-2dc4b3bb1d09_SetDate">
    <vt:lpwstr>2026-03-17T08:24:53Z</vt:lpwstr>
  </property>
  <property fmtid="{D5CDD505-2E9C-101B-9397-08002B2CF9AE}" pid="5" name="MSIP_Label_47e7dfc5-2bf4-4a75-8664-2dc4b3bb1d09_Method">
    <vt:lpwstr>Standard</vt:lpwstr>
  </property>
  <property fmtid="{D5CDD505-2E9C-101B-9397-08002B2CF9AE}" pid="6" name="MSIP_Label_47e7dfc5-2bf4-4a75-8664-2dc4b3bb1d09_Name">
    <vt:lpwstr>defa4170-0d19-0005-0004-bc88714345d2</vt:lpwstr>
  </property>
  <property fmtid="{D5CDD505-2E9C-101B-9397-08002B2CF9AE}" pid="7" name="MSIP_Label_47e7dfc5-2bf4-4a75-8664-2dc4b3bb1d09_SiteId">
    <vt:lpwstr>413600cf-bd4e-4c7c-8a61-69e73cddf731</vt:lpwstr>
  </property>
  <property fmtid="{D5CDD505-2E9C-101B-9397-08002B2CF9AE}" pid="8" name="MSIP_Label_47e7dfc5-2bf4-4a75-8664-2dc4b3bb1d09_ActionId">
    <vt:lpwstr>32d500f9-5acf-490d-97d5-b5913bfa629a</vt:lpwstr>
  </property>
  <property fmtid="{D5CDD505-2E9C-101B-9397-08002B2CF9AE}" pid="9" name="MSIP_Label_47e7dfc5-2bf4-4a75-8664-2dc4b3bb1d09_ContentBits">
    <vt:lpwstr>0</vt:lpwstr>
  </property>
  <property fmtid="{D5CDD505-2E9C-101B-9397-08002B2CF9AE}" pid="10" name="MSIP_Label_47e7dfc5-2bf4-4a75-8664-2dc4b3bb1d09_Tag">
    <vt:lpwstr>10, 3, 0, 1</vt:lpwstr>
  </property>
  <property fmtid="{D5CDD505-2E9C-101B-9397-08002B2CF9AE}" pid="11" name="MediaServiceImageTags">
    <vt:lpwstr/>
  </property>
</Properties>
</file>